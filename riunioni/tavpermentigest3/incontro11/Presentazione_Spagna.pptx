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87E5FD-4D84-4AFF-9775-5BDA344FE6A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5F3CE5-0D32-4F06-B964-404B23131E3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 dirty="0"/>
            <a:t>Montagne: Pirenei, Cordigliera Betica, Cordigliera Cantabrica.</a:t>
          </a:r>
          <a:endParaRPr lang="en-US" sz="1400" dirty="0"/>
        </a:p>
      </dgm:t>
    </dgm:pt>
    <dgm:pt modelId="{1523E88C-EE1D-49CF-8751-4CD50BA19AB3}" type="parTrans" cxnId="{64C408D5-6995-4716-BEC2-6B9C4A0C2FF8}">
      <dgm:prSet/>
      <dgm:spPr/>
      <dgm:t>
        <a:bodyPr/>
        <a:lstStyle/>
        <a:p>
          <a:endParaRPr lang="en-US" sz="2400"/>
        </a:p>
      </dgm:t>
    </dgm:pt>
    <dgm:pt modelId="{45E4A5B8-E641-4F27-AE94-6A8F9AE05D2A}" type="sibTrans" cxnId="{64C408D5-6995-4716-BEC2-6B9C4A0C2FF8}">
      <dgm:prSet/>
      <dgm:spPr/>
      <dgm:t>
        <a:bodyPr/>
        <a:lstStyle/>
        <a:p>
          <a:endParaRPr lang="en-US" sz="2400"/>
        </a:p>
      </dgm:t>
    </dgm:pt>
    <dgm:pt modelId="{55ED0AE1-A1BE-4479-B77A-40ED116F16B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/>
            <a:t>Colline: Numerose colline nella regione centrale e settentrionale.</a:t>
          </a:r>
          <a:endParaRPr lang="en-US" sz="1400"/>
        </a:p>
      </dgm:t>
    </dgm:pt>
    <dgm:pt modelId="{4474B96C-EF74-4EDC-A6D8-9CAF735FEF09}" type="parTrans" cxnId="{4CE6DCDC-F7C4-4AAF-A693-1C7355A27F8E}">
      <dgm:prSet/>
      <dgm:spPr/>
      <dgm:t>
        <a:bodyPr/>
        <a:lstStyle/>
        <a:p>
          <a:endParaRPr lang="en-US" sz="2400"/>
        </a:p>
      </dgm:t>
    </dgm:pt>
    <dgm:pt modelId="{E736A676-0C2A-4356-8823-1C2EB1A9C308}" type="sibTrans" cxnId="{4CE6DCDC-F7C4-4AAF-A693-1C7355A27F8E}">
      <dgm:prSet/>
      <dgm:spPr/>
      <dgm:t>
        <a:bodyPr/>
        <a:lstStyle/>
        <a:p>
          <a:endParaRPr lang="en-US" sz="2400"/>
        </a:p>
      </dgm:t>
    </dgm:pt>
    <dgm:pt modelId="{2BB76DCF-F42C-4AC1-BE84-A078BAE21D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 dirty="0"/>
            <a:t>Pianure: Pianura del Guadalquivir, Pianura Andalusa</a:t>
          </a:r>
          <a:endParaRPr lang="en-US" sz="1400" dirty="0"/>
        </a:p>
      </dgm:t>
    </dgm:pt>
    <dgm:pt modelId="{B5F2CA45-D13B-4CB1-B446-978AEB3112CE}" type="parTrans" cxnId="{7718970D-B47E-45C6-861A-E4F0124534EC}">
      <dgm:prSet/>
      <dgm:spPr/>
      <dgm:t>
        <a:bodyPr/>
        <a:lstStyle/>
        <a:p>
          <a:endParaRPr lang="en-US" sz="2400"/>
        </a:p>
      </dgm:t>
    </dgm:pt>
    <dgm:pt modelId="{93B6E0A8-3BB3-4101-A839-E4D11741F95C}" type="sibTrans" cxnId="{7718970D-B47E-45C6-861A-E4F0124534EC}">
      <dgm:prSet/>
      <dgm:spPr/>
      <dgm:t>
        <a:bodyPr/>
        <a:lstStyle/>
        <a:p>
          <a:endParaRPr lang="en-US" sz="2400"/>
        </a:p>
      </dgm:t>
    </dgm:pt>
    <dgm:pt modelId="{9D7CA776-69D6-4E09-94A6-8BFD2DDA86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/>
            <a:t>Fiumi: Ebro, Tajo, Duero, Guadalquivir.</a:t>
          </a:r>
          <a:endParaRPr lang="en-US" sz="1400"/>
        </a:p>
      </dgm:t>
    </dgm:pt>
    <dgm:pt modelId="{0B85D0E2-C03B-4373-846A-74EF7B968373}" type="parTrans" cxnId="{19311890-9692-45D7-AE0F-AC18051FBF12}">
      <dgm:prSet/>
      <dgm:spPr/>
      <dgm:t>
        <a:bodyPr/>
        <a:lstStyle/>
        <a:p>
          <a:endParaRPr lang="en-US" sz="2400"/>
        </a:p>
      </dgm:t>
    </dgm:pt>
    <dgm:pt modelId="{CE0CC308-BD45-4D4C-989D-33A2E612BF6C}" type="sibTrans" cxnId="{19311890-9692-45D7-AE0F-AC18051FBF12}">
      <dgm:prSet/>
      <dgm:spPr/>
      <dgm:t>
        <a:bodyPr/>
        <a:lstStyle/>
        <a:p>
          <a:endParaRPr lang="en-US" sz="2400"/>
        </a:p>
      </dgm:t>
    </dgm:pt>
    <dgm:pt modelId="{C80D2F46-5ADA-4298-8161-3FD562596E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/>
            <a:t>Laghi: Laghi di origine glaciale nei Pirenei.</a:t>
          </a:r>
          <a:endParaRPr lang="en-US" sz="1400"/>
        </a:p>
      </dgm:t>
    </dgm:pt>
    <dgm:pt modelId="{9A147FB3-67E3-4A41-8FA3-31CA335D2323}" type="parTrans" cxnId="{DC9BBFB9-31BC-4B06-A371-D16FC01E969D}">
      <dgm:prSet/>
      <dgm:spPr/>
      <dgm:t>
        <a:bodyPr/>
        <a:lstStyle/>
        <a:p>
          <a:endParaRPr lang="en-US" sz="2400"/>
        </a:p>
      </dgm:t>
    </dgm:pt>
    <dgm:pt modelId="{2875A85D-D95A-47F9-9B98-C3F34EBFC6CB}" type="sibTrans" cxnId="{DC9BBFB9-31BC-4B06-A371-D16FC01E969D}">
      <dgm:prSet/>
      <dgm:spPr/>
      <dgm:t>
        <a:bodyPr/>
        <a:lstStyle/>
        <a:p>
          <a:endParaRPr lang="en-US" sz="2400"/>
        </a:p>
      </dgm:t>
    </dgm:pt>
    <dgm:pt modelId="{6BB723E8-B5D2-4FE0-B4A5-0910DC72EFA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it-IT" sz="1400"/>
            <a:t>Mari: Mar Mediterraneo, Mar Cantabrico.</a:t>
          </a:r>
          <a:endParaRPr lang="en-US" sz="1400"/>
        </a:p>
      </dgm:t>
    </dgm:pt>
    <dgm:pt modelId="{703D6B29-3577-4471-BE01-690F8AE08965}" type="parTrans" cxnId="{C24B0312-A410-4699-82DD-6B14D1E892A4}">
      <dgm:prSet/>
      <dgm:spPr/>
      <dgm:t>
        <a:bodyPr/>
        <a:lstStyle/>
        <a:p>
          <a:endParaRPr lang="en-US" sz="2400"/>
        </a:p>
      </dgm:t>
    </dgm:pt>
    <dgm:pt modelId="{12BF714C-55A2-49A0-BE09-396BF178A284}" type="sibTrans" cxnId="{C24B0312-A410-4699-82DD-6B14D1E892A4}">
      <dgm:prSet/>
      <dgm:spPr/>
      <dgm:t>
        <a:bodyPr/>
        <a:lstStyle/>
        <a:p>
          <a:endParaRPr lang="en-US" sz="2400"/>
        </a:p>
      </dgm:t>
    </dgm:pt>
    <dgm:pt modelId="{27FAD739-99C2-47A1-B664-7A75EED3F333}" type="pres">
      <dgm:prSet presAssocID="{0387E5FD-4D84-4AFF-9775-5BDA344FE6A5}" presName="root" presStyleCnt="0">
        <dgm:presLayoutVars>
          <dgm:dir/>
          <dgm:resizeHandles val="exact"/>
        </dgm:presLayoutVars>
      </dgm:prSet>
      <dgm:spPr/>
    </dgm:pt>
    <dgm:pt modelId="{2A9A722D-AC4E-4A61-B5B3-82A57A412C14}" type="pres">
      <dgm:prSet presAssocID="{EB5F3CE5-0D32-4F06-B964-404B23131E3C}" presName="compNode" presStyleCnt="0"/>
      <dgm:spPr/>
    </dgm:pt>
    <dgm:pt modelId="{67BD9160-EA88-4836-94EB-CFCEA1956A86}" type="pres">
      <dgm:prSet presAssocID="{EB5F3CE5-0D32-4F06-B964-404B23131E3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agne"/>
        </a:ext>
      </dgm:extLst>
    </dgm:pt>
    <dgm:pt modelId="{89756BBB-A323-44F5-A8A4-DC799AA8D632}" type="pres">
      <dgm:prSet presAssocID="{EB5F3CE5-0D32-4F06-B964-404B23131E3C}" presName="spaceRect" presStyleCnt="0"/>
      <dgm:spPr/>
    </dgm:pt>
    <dgm:pt modelId="{E6ADB3B5-6631-48C6-8712-BE13344F89CA}" type="pres">
      <dgm:prSet presAssocID="{EB5F3CE5-0D32-4F06-B964-404B23131E3C}" presName="textRect" presStyleLbl="revTx" presStyleIdx="0" presStyleCnt="6">
        <dgm:presLayoutVars>
          <dgm:chMax val="1"/>
          <dgm:chPref val="1"/>
        </dgm:presLayoutVars>
      </dgm:prSet>
      <dgm:spPr/>
    </dgm:pt>
    <dgm:pt modelId="{61968063-FF9A-4211-AAA4-FAF28C8A7F7A}" type="pres">
      <dgm:prSet presAssocID="{45E4A5B8-E641-4F27-AE94-6A8F9AE05D2A}" presName="sibTrans" presStyleCnt="0"/>
      <dgm:spPr/>
    </dgm:pt>
    <dgm:pt modelId="{FB3846C8-7DFC-48D0-ADBA-C9E7EABAFD32}" type="pres">
      <dgm:prSet presAssocID="{55ED0AE1-A1BE-4479-B77A-40ED116F16B6}" presName="compNode" presStyleCnt="0"/>
      <dgm:spPr/>
    </dgm:pt>
    <dgm:pt modelId="{DB504A0C-1C25-4D11-9C48-A1F5D5C822FB}" type="pres">
      <dgm:prSet presAssocID="{55ED0AE1-A1BE-4479-B77A-40ED116F16B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ll scene"/>
        </a:ext>
      </dgm:extLst>
    </dgm:pt>
    <dgm:pt modelId="{0A1156D7-5A42-4563-99C3-4AD86E2FA84F}" type="pres">
      <dgm:prSet presAssocID="{55ED0AE1-A1BE-4479-B77A-40ED116F16B6}" presName="spaceRect" presStyleCnt="0"/>
      <dgm:spPr/>
    </dgm:pt>
    <dgm:pt modelId="{24F4D0B3-DDBD-42E8-BDFD-0A2352F78B96}" type="pres">
      <dgm:prSet presAssocID="{55ED0AE1-A1BE-4479-B77A-40ED116F16B6}" presName="textRect" presStyleLbl="revTx" presStyleIdx="1" presStyleCnt="6">
        <dgm:presLayoutVars>
          <dgm:chMax val="1"/>
          <dgm:chPref val="1"/>
        </dgm:presLayoutVars>
      </dgm:prSet>
      <dgm:spPr/>
    </dgm:pt>
    <dgm:pt modelId="{61663973-5D0F-4E5B-969C-50BE13D3166F}" type="pres">
      <dgm:prSet presAssocID="{E736A676-0C2A-4356-8823-1C2EB1A9C308}" presName="sibTrans" presStyleCnt="0"/>
      <dgm:spPr/>
    </dgm:pt>
    <dgm:pt modelId="{569E53BB-5104-41ED-94FC-50FDA4C1D132}" type="pres">
      <dgm:prSet presAssocID="{2BB76DCF-F42C-4AC1-BE84-A078BAE21DDC}" presName="compNode" presStyleCnt="0"/>
      <dgm:spPr/>
    </dgm:pt>
    <dgm:pt modelId="{CF63C98A-5F78-4D2E-B8BF-2B490B9BF751}" type="pres">
      <dgm:prSet presAssocID="{2BB76DCF-F42C-4AC1-BE84-A078BAE21DD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po"/>
        </a:ext>
      </dgm:extLst>
    </dgm:pt>
    <dgm:pt modelId="{79A639BF-6D5B-4B49-8947-0C5E6E13382B}" type="pres">
      <dgm:prSet presAssocID="{2BB76DCF-F42C-4AC1-BE84-A078BAE21DDC}" presName="spaceRect" presStyleCnt="0"/>
      <dgm:spPr/>
    </dgm:pt>
    <dgm:pt modelId="{173E0450-8E7E-44D7-9982-C0BE4821CC05}" type="pres">
      <dgm:prSet presAssocID="{2BB76DCF-F42C-4AC1-BE84-A078BAE21DDC}" presName="textRect" presStyleLbl="revTx" presStyleIdx="2" presStyleCnt="6">
        <dgm:presLayoutVars>
          <dgm:chMax val="1"/>
          <dgm:chPref val="1"/>
        </dgm:presLayoutVars>
      </dgm:prSet>
      <dgm:spPr/>
    </dgm:pt>
    <dgm:pt modelId="{B55D87CA-8916-4015-A43F-2992C81CD10D}" type="pres">
      <dgm:prSet presAssocID="{93B6E0A8-3BB3-4101-A839-E4D11741F95C}" presName="sibTrans" presStyleCnt="0"/>
      <dgm:spPr/>
    </dgm:pt>
    <dgm:pt modelId="{82795F98-8F50-41EA-A9A0-B778498728CD}" type="pres">
      <dgm:prSet presAssocID="{9D7CA776-69D6-4E09-94A6-8BFD2DDA86E6}" presName="compNode" presStyleCnt="0"/>
      <dgm:spPr/>
    </dgm:pt>
    <dgm:pt modelId="{C1BF29F9-2CB4-4E2F-82D4-8115050CE054}" type="pres">
      <dgm:prSet presAssocID="{9D7CA776-69D6-4E09-94A6-8BFD2DDA86E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FADE2C22-BD36-4160-B61E-E3082104C30C}" type="pres">
      <dgm:prSet presAssocID="{9D7CA776-69D6-4E09-94A6-8BFD2DDA86E6}" presName="spaceRect" presStyleCnt="0"/>
      <dgm:spPr/>
    </dgm:pt>
    <dgm:pt modelId="{E8DDB1D2-1B50-49D4-A9E3-7D59BFA81F30}" type="pres">
      <dgm:prSet presAssocID="{9D7CA776-69D6-4E09-94A6-8BFD2DDA86E6}" presName="textRect" presStyleLbl="revTx" presStyleIdx="3" presStyleCnt="6">
        <dgm:presLayoutVars>
          <dgm:chMax val="1"/>
          <dgm:chPref val="1"/>
        </dgm:presLayoutVars>
      </dgm:prSet>
      <dgm:spPr/>
    </dgm:pt>
    <dgm:pt modelId="{1CB3598D-D8D4-4A9F-BC99-DD29ECC71006}" type="pres">
      <dgm:prSet presAssocID="{CE0CC308-BD45-4D4C-989D-33A2E612BF6C}" presName="sibTrans" presStyleCnt="0"/>
      <dgm:spPr/>
    </dgm:pt>
    <dgm:pt modelId="{2A32F44F-E88F-443A-8112-FF5E3C97B948}" type="pres">
      <dgm:prSet presAssocID="{C80D2F46-5ADA-4298-8161-3FD562596EDE}" presName="compNode" presStyleCnt="0"/>
      <dgm:spPr/>
    </dgm:pt>
    <dgm:pt modelId="{059CE0FE-7435-4AE0-B6D6-B4851C1F77A4}" type="pres">
      <dgm:prSet presAssocID="{C80D2F46-5ADA-4298-8161-3FD562596ED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806DCB67-7415-4B8F-BF92-A015851A6A6C}" type="pres">
      <dgm:prSet presAssocID="{C80D2F46-5ADA-4298-8161-3FD562596EDE}" presName="spaceRect" presStyleCnt="0"/>
      <dgm:spPr/>
    </dgm:pt>
    <dgm:pt modelId="{8DF1CF82-8C44-4ED1-96CC-CA1E57CEC1E2}" type="pres">
      <dgm:prSet presAssocID="{C80D2F46-5ADA-4298-8161-3FD562596EDE}" presName="textRect" presStyleLbl="revTx" presStyleIdx="4" presStyleCnt="6">
        <dgm:presLayoutVars>
          <dgm:chMax val="1"/>
          <dgm:chPref val="1"/>
        </dgm:presLayoutVars>
      </dgm:prSet>
      <dgm:spPr/>
    </dgm:pt>
    <dgm:pt modelId="{A8664B15-F478-4AC2-8EED-383DBF3882E5}" type="pres">
      <dgm:prSet presAssocID="{2875A85D-D95A-47F9-9B98-C3F34EBFC6CB}" presName="sibTrans" presStyleCnt="0"/>
      <dgm:spPr/>
    </dgm:pt>
    <dgm:pt modelId="{BEDDA008-8AFF-42CC-86CD-127DB96A0163}" type="pres">
      <dgm:prSet presAssocID="{6BB723E8-B5D2-4FE0-B4A5-0910DC72EFAA}" presName="compNode" presStyleCnt="0"/>
      <dgm:spPr/>
    </dgm:pt>
    <dgm:pt modelId="{FD8B6702-AE4E-4295-8784-028CAE376EAB}" type="pres">
      <dgm:prSet presAssocID="{6BB723E8-B5D2-4FE0-B4A5-0910DC72EFA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chiglia"/>
        </a:ext>
      </dgm:extLst>
    </dgm:pt>
    <dgm:pt modelId="{F4C5677E-D854-408E-B1F0-06236651C134}" type="pres">
      <dgm:prSet presAssocID="{6BB723E8-B5D2-4FE0-B4A5-0910DC72EFAA}" presName="spaceRect" presStyleCnt="0"/>
      <dgm:spPr/>
    </dgm:pt>
    <dgm:pt modelId="{E6C9E239-0FEF-49E5-8218-42F3D4F95EAE}" type="pres">
      <dgm:prSet presAssocID="{6BB723E8-B5D2-4FE0-B4A5-0910DC72EFA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718970D-B47E-45C6-861A-E4F0124534EC}" srcId="{0387E5FD-4D84-4AFF-9775-5BDA344FE6A5}" destId="{2BB76DCF-F42C-4AC1-BE84-A078BAE21DDC}" srcOrd="2" destOrd="0" parTransId="{B5F2CA45-D13B-4CB1-B446-978AEB3112CE}" sibTransId="{93B6E0A8-3BB3-4101-A839-E4D11741F95C}"/>
    <dgm:cxn modelId="{DF9EEF11-2DC8-4B20-955E-D5CA56649679}" type="presOf" srcId="{9D7CA776-69D6-4E09-94A6-8BFD2DDA86E6}" destId="{E8DDB1D2-1B50-49D4-A9E3-7D59BFA81F30}" srcOrd="0" destOrd="0" presId="urn:microsoft.com/office/officeart/2018/2/layout/IconLabelList"/>
    <dgm:cxn modelId="{C24B0312-A410-4699-82DD-6B14D1E892A4}" srcId="{0387E5FD-4D84-4AFF-9775-5BDA344FE6A5}" destId="{6BB723E8-B5D2-4FE0-B4A5-0910DC72EFAA}" srcOrd="5" destOrd="0" parTransId="{703D6B29-3577-4471-BE01-690F8AE08965}" sibTransId="{12BF714C-55A2-49A0-BE09-396BF178A284}"/>
    <dgm:cxn modelId="{E6034613-F583-47D0-B5ED-011EA20489CD}" type="presOf" srcId="{EB5F3CE5-0D32-4F06-B964-404B23131E3C}" destId="{E6ADB3B5-6631-48C6-8712-BE13344F89CA}" srcOrd="0" destOrd="0" presId="urn:microsoft.com/office/officeart/2018/2/layout/IconLabelList"/>
    <dgm:cxn modelId="{3D536B18-4DD0-49BB-8CF6-8E4347106A4D}" type="presOf" srcId="{2BB76DCF-F42C-4AC1-BE84-A078BAE21DDC}" destId="{173E0450-8E7E-44D7-9982-C0BE4821CC05}" srcOrd="0" destOrd="0" presId="urn:microsoft.com/office/officeart/2018/2/layout/IconLabelList"/>
    <dgm:cxn modelId="{95DA2920-5BC3-409A-A833-FBC04A07D380}" type="presOf" srcId="{0387E5FD-4D84-4AFF-9775-5BDA344FE6A5}" destId="{27FAD739-99C2-47A1-B664-7A75EED3F333}" srcOrd="0" destOrd="0" presId="urn:microsoft.com/office/officeart/2018/2/layout/IconLabelList"/>
    <dgm:cxn modelId="{5849AE2E-64B9-4784-AC13-A354E2CCF751}" type="presOf" srcId="{55ED0AE1-A1BE-4479-B77A-40ED116F16B6}" destId="{24F4D0B3-DDBD-42E8-BDFD-0A2352F78B96}" srcOrd="0" destOrd="0" presId="urn:microsoft.com/office/officeart/2018/2/layout/IconLabelList"/>
    <dgm:cxn modelId="{BDFEBE84-4F18-48EE-903F-6C86684D4D88}" type="presOf" srcId="{6BB723E8-B5D2-4FE0-B4A5-0910DC72EFAA}" destId="{E6C9E239-0FEF-49E5-8218-42F3D4F95EAE}" srcOrd="0" destOrd="0" presId="urn:microsoft.com/office/officeart/2018/2/layout/IconLabelList"/>
    <dgm:cxn modelId="{19311890-9692-45D7-AE0F-AC18051FBF12}" srcId="{0387E5FD-4D84-4AFF-9775-5BDA344FE6A5}" destId="{9D7CA776-69D6-4E09-94A6-8BFD2DDA86E6}" srcOrd="3" destOrd="0" parTransId="{0B85D0E2-C03B-4373-846A-74EF7B968373}" sibTransId="{CE0CC308-BD45-4D4C-989D-33A2E612BF6C}"/>
    <dgm:cxn modelId="{DC9BBFB9-31BC-4B06-A371-D16FC01E969D}" srcId="{0387E5FD-4D84-4AFF-9775-5BDA344FE6A5}" destId="{C80D2F46-5ADA-4298-8161-3FD562596EDE}" srcOrd="4" destOrd="0" parTransId="{9A147FB3-67E3-4A41-8FA3-31CA335D2323}" sibTransId="{2875A85D-D95A-47F9-9B98-C3F34EBFC6CB}"/>
    <dgm:cxn modelId="{64C408D5-6995-4716-BEC2-6B9C4A0C2FF8}" srcId="{0387E5FD-4D84-4AFF-9775-5BDA344FE6A5}" destId="{EB5F3CE5-0D32-4F06-B964-404B23131E3C}" srcOrd="0" destOrd="0" parTransId="{1523E88C-EE1D-49CF-8751-4CD50BA19AB3}" sibTransId="{45E4A5B8-E641-4F27-AE94-6A8F9AE05D2A}"/>
    <dgm:cxn modelId="{4CE6DCDC-F7C4-4AAF-A693-1C7355A27F8E}" srcId="{0387E5FD-4D84-4AFF-9775-5BDA344FE6A5}" destId="{55ED0AE1-A1BE-4479-B77A-40ED116F16B6}" srcOrd="1" destOrd="0" parTransId="{4474B96C-EF74-4EDC-A6D8-9CAF735FEF09}" sibTransId="{E736A676-0C2A-4356-8823-1C2EB1A9C308}"/>
    <dgm:cxn modelId="{3C3C83EF-364B-4742-8007-EF6029F127EA}" type="presOf" srcId="{C80D2F46-5ADA-4298-8161-3FD562596EDE}" destId="{8DF1CF82-8C44-4ED1-96CC-CA1E57CEC1E2}" srcOrd="0" destOrd="0" presId="urn:microsoft.com/office/officeart/2018/2/layout/IconLabelList"/>
    <dgm:cxn modelId="{2B5574B1-932B-4F85-B723-FD30FF687014}" type="presParOf" srcId="{27FAD739-99C2-47A1-B664-7A75EED3F333}" destId="{2A9A722D-AC4E-4A61-B5B3-82A57A412C14}" srcOrd="0" destOrd="0" presId="urn:microsoft.com/office/officeart/2018/2/layout/IconLabelList"/>
    <dgm:cxn modelId="{4DA07BA0-5773-437C-B00E-61C5D14688FE}" type="presParOf" srcId="{2A9A722D-AC4E-4A61-B5B3-82A57A412C14}" destId="{67BD9160-EA88-4836-94EB-CFCEA1956A86}" srcOrd="0" destOrd="0" presId="urn:microsoft.com/office/officeart/2018/2/layout/IconLabelList"/>
    <dgm:cxn modelId="{600D02AC-FC15-47D6-8842-7D15AFBF6E32}" type="presParOf" srcId="{2A9A722D-AC4E-4A61-B5B3-82A57A412C14}" destId="{89756BBB-A323-44F5-A8A4-DC799AA8D632}" srcOrd="1" destOrd="0" presId="urn:microsoft.com/office/officeart/2018/2/layout/IconLabelList"/>
    <dgm:cxn modelId="{FF057F74-8F20-409B-A21D-CEE6B41C55F9}" type="presParOf" srcId="{2A9A722D-AC4E-4A61-B5B3-82A57A412C14}" destId="{E6ADB3B5-6631-48C6-8712-BE13344F89CA}" srcOrd="2" destOrd="0" presId="urn:microsoft.com/office/officeart/2018/2/layout/IconLabelList"/>
    <dgm:cxn modelId="{0D4F1E81-F542-4752-8B16-BB36FEF6E022}" type="presParOf" srcId="{27FAD739-99C2-47A1-B664-7A75EED3F333}" destId="{61968063-FF9A-4211-AAA4-FAF28C8A7F7A}" srcOrd="1" destOrd="0" presId="urn:microsoft.com/office/officeart/2018/2/layout/IconLabelList"/>
    <dgm:cxn modelId="{B4152B8A-2C8F-47E0-857A-58EAD35282AF}" type="presParOf" srcId="{27FAD739-99C2-47A1-B664-7A75EED3F333}" destId="{FB3846C8-7DFC-48D0-ADBA-C9E7EABAFD32}" srcOrd="2" destOrd="0" presId="urn:microsoft.com/office/officeart/2018/2/layout/IconLabelList"/>
    <dgm:cxn modelId="{7AE8A90B-15B0-4B48-8990-B541FAFF2962}" type="presParOf" srcId="{FB3846C8-7DFC-48D0-ADBA-C9E7EABAFD32}" destId="{DB504A0C-1C25-4D11-9C48-A1F5D5C822FB}" srcOrd="0" destOrd="0" presId="urn:microsoft.com/office/officeart/2018/2/layout/IconLabelList"/>
    <dgm:cxn modelId="{00F707BB-47F8-40B6-92CC-8004047EEEED}" type="presParOf" srcId="{FB3846C8-7DFC-48D0-ADBA-C9E7EABAFD32}" destId="{0A1156D7-5A42-4563-99C3-4AD86E2FA84F}" srcOrd="1" destOrd="0" presId="urn:microsoft.com/office/officeart/2018/2/layout/IconLabelList"/>
    <dgm:cxn modelId="{828270A8-6BA6-4ED4-951F-B3F0966AEF9A}" type="presParOf" srcId="{FB3846C8-7DFC-48D0-ADBA-C9E7EABAFD32}" destId="{24F4D0B3-DDBD-42E8-BDFD-0A2352F78B96}" srcOrd="2" destOrd="0" presId="urn:microsoft.com/office/officeart/2018/2/layout/IconLabelList"/>
    <dgm:cxn modelId="{9334E526-0172-4BE2-B146-9C3B341873B2}" type="presParOf" srcId="{27FAD739-99C2-47A1-B664-7A75EED3F333}" destId="{61663973-5D0F-4E5B-969C-50BE13D3166F}" srcOrd="3" destOrd="0" presId="urn:microsoft.com/office/officeart/2018/2/layout/IconLabelList"/>
    <dgm:cxn modelId="{F7707A4F-32AF-4673-BB50-D2E7702364B9}" type="presParOf" srcId="{27FAD739-99C2-47A1-B664-7A75EED3F333}" destId="{569E53BB-5104-41ED-94FC-50FDA4C1D132}" srcOrd="4" destOrd="0" presId="urn:microsoft.com/office/officeart/2018/2/layout/IconLabelList"/>
    <dgm:cxn modelId="{D8153C77-CFE6-4A9F-8B61-CA6B62D55B26}" type="presParOf" srcId="{569E53BB-5104-41ED-94FC-50FDA4C1D132}" destId="{CF63C98A-5F78-4D2E-B8BF-2B490B9BF751}" srcOrd="0" destOrd="0" presId="urn:microsoft.com/office/officeart/2018/2/layout/IconLabelList"/>
    <dgm:cxn modelId="{B9E2A228-E537-43FF-8401-797C73F0CFEC}" type="presParOf" srcId="{569E53BB-5104-41ED-94FC-50FDA4C1D132}" destId="{79A639BF-6D5B-4B49-8947-0C5E6E13382B}" srcOrd="1" destOrd="0" presId="urn:microsoft.com/office/officeart/2018/2/layout/IconLabelList"/>
    <dgm:cxn modelId="{6D9DFB93-A22C-4DE4-B26A-2AE251D5F5FB}" type="presParOf" srcId="{569E53BB-5104-41ED-94FC-50FDA4C1D132}" destId="{173E0450-8E7E-44D7-9982-C0BE4821CC05}" srcOrd="2" destOrd="0" presId="urn:microsoft.com/office/officeart/2018/2/layout/IconLabelList"/>
    <dgm:cxn modelId="{94E2BF0D-1FB4-4FD5-A0B6-DC5B22E024DB}" type="presParOf" srcId="{27FAD739-99C2-47A1-B664-7A75EED3F333}" destId="{B55D87CA-8916-4015-A43F-2992C81CD10D}" srcOrd="5" destOrd="0" presId="urn:microsoft.com/office/officeart/2018/2/layout/IconLabelList"/>
    <dgm:cxn modelId="{FB5C2A0F-89FA-4272-B747-593CECF30CD0}" type="presParOf" srcId="{27FAD739-99C2-47A1-B664-7A75EED3F333}" destId="{82795F98-8F50-41EA-A9A0-B778498728CD}" srcOrd="6" destOrd="0" presId="urn:microsoft.com/office/officeart/2018/2/layout/IconLabelList"/>
    <dgm:cxn modelId="{21C97941-89E3-43BE-87EE-8E375A92C8B0}" type="presParOf" srcId="{82795F98-8F50-41EA-A9A0-B778498728CD}" destId="{C1BF29F9-2CB4-4E2F-82D4-8115050CE054}" srcOrd="0" destOrd="0" presId="urn:microsoft.com/office/officeart/2018/2/layout/IconLabelList"/>
    <dgm:cxn modelId="{F923BFDE-F4E2-4A2C-A699-99F13AE145EF}" type="presParOf" srcId="{82795F98-8F50-41EA-A9A0-B778498728CD}" destId="{FADE2C22-BD36-4160-B61E-E3082104C30C}" srcOrd="1" destOrd="0" presId="urn:microsoft.com/office/officeart/2018/2/layout/IconLabelList"/>
    <dgm:cxn modelId="{0A5CC84D-B3A7-4D5B-9E0B-942922F03420}" type="presParOf" srcId="{82795F98-8F50-41EA-A9A0-B778498728CD}" destId="{E8DDB1D2-1B50-49D4-A9E3-7D59BFA81F30}" srcOrd="2" destOrd="0" presId="urn:microsoft.com/office/officeart/2018/2/layout/IconLabelList"/>
    <dgm:cxn modelId="{354EE20A-0847-485B-A672-E0C73710F89A}" type="presParOf" srcId="{27FAD739-99C2-47A1-B664-7A75EED3F333}" destId="{1CB3598D-D8D4-4A9F-BC99-DD29ECC71006}" srcOrd="7" destOrd="0" presId="urn:microsoft.com/office/officeart/2018/2/layout/IconLabelList"/>
    <dgm:cxn modelId="{F7D5A15D-F20F-46E9-8DC8-560A2862C128}" type="presParOf" srcId="{27FAD739-99C2-47A1-B664-7A75EED3F333}" destId="{2A32F44F-E88F-443A-8112-FF5E3C97B948}" srcOrd="8" destOrd="0" presId="urn:microsoft.com/office/officeart/2018/2/layout/IconLabelList"/>
    <dgm:cxn modelId="{EBF98199-BA50-4531-BE1A-4549ED05BE59}" type="presParOf" srcId="{2A32F44F-E88F-443A-8112-FF5E3C97B948}" destId="{059CE0FE-7435-4AE0-B6D6-B4851C1F77A4}" srcOrd="0" destOrd="0" presId="urn:microsoft.com/office/officeart/2018/2/layout/IconLabelList"/>
    <dgm:cxn modelId="{E36E65F9-60DB-4340-9DAB-E597B23329D6}" type="presParOf" srcId="{2A32F44F-E88F-443A-8112-FF5E3C97B948}" destId="{806DCB67-7415-4B8F-BF92-A015851A6A6C}" srcOrd="1" destOrd="0" presId="urn:microsoft.com/office/officeart/2018/2/layout/IconLabelList"/>
    <dgm:cxn modelId="{CE3F1267-9D1C-4BE1-AEB7-0D9C71A99113}" type="presParOf" srcId="{2A32F44F-E88F-443A-8112-FF5E3C97B948}" destId="{8DF1CF82-8C44-4ED1-96CC-CA1E57CEC1E2}" srcOrd="2" destOrd="0" presId="urn:microsoft.com/office/officeart/2018/2/layout/IconLabelList"/>
    <dgm:cxn modelId="{5E00633B-DC33-47CC-B85F-EF44F41EE572}" type="presParOf" srcId="{27FAD739-99C2-47A1-B664-7A75EED3F333}" destId="{A8664B15-F478-4AC2-8EED-383DBF3882E5}" srcOrd="9" destOrd="0" presId="urn:microsoft.com/office/officeart/2018/2/layout/IconLabelList"/>
    <dgm:cxn modelId="{39D6489B-82B9-412E-B195-08C7FDA44009}" type="presParOf" srcId="{27FAD739-99C2-47A1-B664-7A75EED3F333}" destId="{BEDDA008-8AFF-42CC-86CD-127DB96A0163}" srcOrd="10" destOrd="0" presId="urn:microsoft.com/office/officeart/2018/2/layout/IconLabelList"/>
    <dgm:cxn modelId="{A7EF5255-9062-4676-8A22-B1CD750CA655}" type="presParOf" srcId="{BEDDA008-8AFF-42CC-86CD-127DB96A0163}" destId="{FD8B6702-AE4E-4295-8784-028CAE376EAB}" srcOrd="0" destOrd="0" presId="urn:microsoft.com/office/officeart/2018/2/layout/IconLabelList"/>
    <dgm:cxn modelId="{244253A4-839B-4FA2-9DBF-39BF1A252A2B}" type="presParOf" srcId="{BEDDA008-8AFF-42CC-86CD-127DB96A0163}" destId="{F4C5677E-D854-408E-B1F0-06236651C134}" srcOrd="1" destOrd="0" presId="urn:microsoft.com/office/officeart/2018/2/layout/IconLabelList"/>
    <dgm:cxn modelId="{ECBDD8C7-079F-428E-862C-7E49B844A95B}" type="presParOf" srcId="{BEDDA008-8AFF-42CC-86CD-127DB96A0163}" destId="{E6C9E239-0FEF-49E5-8218-42F3D4F95EA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704441-AF37-4C63-9880-D6494768BE1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84CAA8-B32D-4ECE-A7F4-2DB6E04296D2}">
      <dgm:prSet/>
      <dgm:spPr/>
      <dgm:t>
        <a:bodyPr/>
        <a:lstStyle/>
        <a:p>
          <a:r>
            <a:rPr lang="en-US"/>
            <a:t>Popolazione: Circa 47 milioni di abitanti.</a:t>
          </a:r>
        </a:p>
      </dgm:t>
    </dgm:pt>
    <dgm:pt modelId="{0BFA3594-4050-4870-B9AD-1B557F452322}" type="parTrans" cxnId="{92578CA5-CF67-4325-8BBA-BDF2C7FA0BB6}">
      <dgm:prSet/>
      <dgm:spPr/>
      <dgm:t>
        <a:bodyPr/>
        <a:lstStyle/>
        <a:p>
          <a:endParaRPr lang="en-US"/>
        </a:p>
      </dgm:t>
    </dgm:pt>
    <dgm:pt modelId="{830C13DE-70C6-4E29-B5B2-B06E248F6458}" type="sibTrans" cxnId="{92578CA5-CF67-4325-8BBA-BDF2C7FA0BB6}">
      <dgm:prSet/>
      <dgm:spPr/>
      <dgm:t>
        <a:bodyPr/>
        <a:lstStyle/>
        <a:p>
          <a:endParaRPr lang="en-US"/>
        </a:p>
      </dgm:t>
    </dgm:pt>
    <dgm:pt modelId="{E88E2BE4-DA8D-4A02-859D-1B10B91D6D68}">
      <dgm:prSet/>
      <dgm:spPr/>
      <dgm:t>
        <a:bodyPr/>
        <a:lstStyle/>
        <a:p>
          <a:r>
            <a:rPr lang="en-US"/>
            <a:t>Settore Primario: Agricoltura (vino, olive, agrumi), pesca.</a:t>
          </a:r>
        </a:p>
      </dgm:t>
    </dgm:pt>
    <dgm:pt modelId="{15F04D66-0DD1-42AC-997D-C27A761C283B}" type="parTrans" cxnId="{27A719AB-1907-4A9A-A2F4-2FAA4047CEB3}">
      <dgm:prSet/>
      <dgm:spPr/>
      <dgm:t>
        <a:bodyPr/>
        <a:lstStyle/>
        <a:p>
          <a:endParaRPr lang="en-US"/>
        </a:p>
      </dgm:t>
    </dgm:pt>
    <dgm:pt modelId="{D83F7961-BB04-4E90-93AC-B29AC1AB8EC1}" type="sibTrans" cxnId="{27A719AB-1907-4A9A-A2F4-2FAA4047CEB3}">
      <dgm:prSet/>
      <dgm:spPr/>
      <dgm:t>
        <a:bodyPr/>
        <a:lstStyle/>
        <a:p>
          <a:endParaRPr lang="en-US"/>
        </a:p>
      </dgm:t>
    </dgm:pt>
    <dgm:pt modelId="{B54A2102-823B-491D-A696-2960E3FF4B84}">
      <dgm:prSet/>
      <dgm:spPr/>
      <dgm:t>
        <a:bodyPr/>
        <a:lstStyle/>
        <a:p>
          <a:r>
            <a:rPr lang="en-US"/>
            <a:t>Settore Secondario: Industria automobilistica, tessile, chimica.</a:t>
          </a:r>
        </a:p>
      </dgm:t>
    </dgm:pt>
    <dgm:pt modelId="{0C649098-24ED-4DEC-8C72-5F911B377019}" type="parTrans" cxnId="{C39B49DC-CED0-47BE-91D0-3C2F25DBD3E7}">
      <dgm:prSet/>
      <dgm:spPr/>
      <dgm:t>
        <a:bodyPr/>
        <a:lstStyle/>
        <a:p>
          <a:endParaRPr lang="en-US"/>
        </a:p>
      </dgm:t>
    </dgm:pt>
    <dgm:pt modelId="{EADA18E9-71DE-4179-B940-8ED12F45F064}" type="sibTrans" cxnId="{C39B49DC-CED0-47BE-91D0-3C2F25DBD3E7}">
      <dgm:prSet/>
      <dgm:spPr/>
      <dgm:t>
        <a:bodyPr/>
        <a:lstStyle/>
        <a:p>
          <a:endParaRPr lang="en-US"/>
        </a:p>
      </dgm:t>
    </dgm:pt>
    <dgm:pt modelId="{F5DBE994-9425-49A1-9E83-E3C486B2D9AB}">
      <dgm:prSet/>
      <dgm:spPr/>
      <dgm:t>
        <a:bodyPr/>
        <a:lstStyle/>
        <a:p>
          <a:r>
            <a:rPr lang="en-US"/>
            <a:t>Settore Terziario: Turismo, servizi finanziari, commercio.</a:t>
          </a:r>
        </a:p>
      </dgm:t>
    </dgm:pt>
    <dgm:pt modelId="{1471A2BC-AEB1-4D79-BB5A-65EEA7B69CCA}" type="parTrans" cxnId="{895E1B1A-66CE-4EAA-B2F7-617B2D68BBA0}">
      <dgm:prSet/>
      <dgm:spPr/>
      <dgm:t>
        <a:bodyPr/>
        <a:lstStyle/>
        <a:p>
          <a:endParaRPr lang="en-US"/>
        </a:p>
      </dgm:t>
    </dgm:pt>
    <dgm:pt modelId="{8DF4706F-CA43-4C96-9914-7074A1D0D84F}" type="sibTrans" cxnId="{895E1B1A-66CE-4EAA-B2F7-617B2D68BBA0}">
      <dgm:prSet/>
      <dgm:spPr/>
      <dgm:t>
        <a:bodyPr/>
        <a:lstStyle/>
        <a:p>
          <a:endParaRPr lang="en-US"/>
        </a:p>
      </dgm:t>
    </dgm:pt>
    <dgm:pt modelId="{B948FCC2-2619-4301-A242-684B31C2B9C2}" type="pres">
      <dgm:prSet presAssocID="{6D704441-AF37-4C63-9880-D6494768BE16}" presName="linear" presStyleCnt="0">
        <dgm:presLayoutVars>
          <dgm:animLvl val="lvl"/>
          <dgm:resizeHandles val="exact"/>
        </dgm:presLayoutVars>
      </dgm:prSet>
      <dgm:spPr/>
    </dgm:pt>
    <dgm:pt modelId="{C729241F-5330-405E-8658-1B446ED0BB08}" type="pres">
      <dgm:prSet presAssocID="{D784CAA8-B32D-4ECE-A7F4-2DB6E04296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C939B1-2640-4D90-BB5E-B7D7A5575CB4}" type="pres">
      <dgm:prSet presAssocID="{830C13DE-70C6-4E29-B5B2-B06E248F6458}" presName="spacer" presStyleCnt="0"/>
      <dgm:spPr/>
    </dgm:pt>
    <dgm:pt modelId="{37A4C4A7-CCD1-4D25-B8EB-3DF90F276C01}" type="pres">
      <dgm:prSet presAssocID="{E88E2BE4-DA8D-4A02-859D-1B10B91D6D6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F9C60E0-2042-40C9-9350-DA4BDF4943D6}" type="pres">
      <dgm:prSet presAssocID="{D83F7961-BB04-4E90-93AC-B29AC1AB8EC1}" presName="spacer" presStyleCnt="0"/>
      <dgm:spPr/>
    </dgm:pt>
    <dgm:pt modelId="{326EE640-814C-4932-91DD-B974F2AFC5BB}" type="pres">
      <dgm:prSet presAssocID="{B54A2102-823B-491D-A696-2960E3FF4B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993276-B0E0-4F42-84D6-2B2F24960554}" type="pres">
      <dgm:prSet presAssocID="{EADA18E9-71DE-4179-B940-8ED12F45F064}" presName="spacer" presStyleCnt="0"/>
      <dgm:spPr/>
    </dgm:pt>
    <dgm:pt modelId="{38DE6389-74B1-4635-B44C-106C26E5F547}" type="pres">
      <dgm:prSet presAssocID="{F5DBE994-9425-49A1-9E83-E3C486B2D9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5E1B1A-66CE-4EAA-B2F7-617B2D68BBA0}" srcId="{6D704441-AF37-4C63-9880-D6494768BE16}" destId="{F5DBE994-9425-49A1-9E83-E3C486B2D9AB}" srcOrd="3" destOrd="0" parTransId="{1471A2BC-AEB1-4D79-BB5A-65EEA7B69CCA}" sibTransId="{8DF4706F-CA43-4C96-9914-7074A1D0D84F}"/>
    <dgm:cxn modelId="{80894F2C-E315-4914-86F1-30138B66BFC3}" type="presOf" srcId="{B54A2102-823B-491D-A696-2960E3FF4B84}" destId="{326EE640-814C-4932-91DD-B974F2AFC5BB}" srcOrd="0" destOrd="0" presId="urn:microsoft.com/office/officeart/2005/8/layout/vList2"/>
    <dgm:cxn modelId="{C693955E-BDA7-4459-87D1-723FFC559EDA}" type="presOf" srcId="{D784CAA8-B32D-4ECE-A7F4-2DB6E04296D2}" destId="{C729241F-5330-405E-8658-1B446ED0BB08}" srcOrd="0" destOrd="0" presId="urn:microsoft.com/office/officeart/2005/8/layout/vList2"/>
    <dgm:cxn modelId="{92578CA5-CF67-4325-8BBA-BDF2C7FA0BB6}" srcId="{6D704441-AF37-4C63-9880-D6494768BE16}" destId="{D784CAA8-B32D-4ECE-A7F4-2DB6E04296D2}" srcOrd="0" destOrd="0" parTransId="{0BFA3594-4050-4870-B9AD-1B557F452322}" sibTransId="{830C13DE-70C6-4E29-B5B2-B06E248F6458}"/>
    <dgm:cxn modelId="{27A719AB-1907-4A9A-A2F4-2FAA4047CEB3}" srcId="{6D704441-AF37-4C63-9880-D6494768BE16}" destId="{E88E2BE4-DA8D-4A02-859D-1B10B91D6D68}" srcOrd="1" destOrd="0" parTransId="{15F04D66-0DD1-42AC-997D-C27A761C283B}" sibTransId="{D83F7961-BB04-4E90-93AC-B29AC1AB8EC1}"/>
    <dgm:cxn modelId="{94723CB5-C5B0-4109-B425-54886F91E9B8}" type="presOf" srcId="{F5DBE994-9425-49A1-9E83-E3C486B2D9AB}" destId="{38DE6389-74B1-4635-B44C-106C26E5F547}" srcOrd="0" destOrd="0" presId="urn:microsoft.com/office/officeart/2005/8/layout/vList2"/>
    <dgm:cxn modelId="{73B151B8-679A-48E4-873E-EF4AE328122D}" type="presOf" srcId="{6D704441-AF37-4C63-9880-D6494768BE16}" destId="{B948FCC2-2619-4301-A242-684B31C2B9C2}" srcOrd="0" destOrd="0" presId="urn:microsoft.com/office/officeart/2005/8/layout/vList2"/>
    <dgm:cxn modelId="{C39B49DC-CED0-47BE-91D0-3C2F25DBD3E7}" srcId="{6D704441-AF37-4C63-9880-D6494768BE16}" destId="{B54A2102-823B-491D-A696-2960E3FF4B84}" srcOrd="2" destOrd="0" parTransId="{0C649098-24ED-4DEC-8C72-5F911B377019}" sibTransId="{EADA18E9-71DE-4179-B940-8ED12F45F064}"/>
    <dgm:cxn modelId="{E07A9CFF-4695-4386-9293-09ADEFA256ED}" type="presOf" srcId="{E88E2BE4-DA8D-4A02-859D-1B10B91D6D68}" destId="{37A4C4A7-CCD1-4D25-B8EB-3DF90F276C01}" srcOrd="0" destOrd="0" presId="urn:microsoft.com/office/officeart/2005/8/layout/vList2"/>
    <dgm:cxn modelId="{744FC881-FADA-46DC-9BE9-186E84CD1067}" type="presParOf" srcId="{B948FCC2-2619-4301-A242-684B31C2B9C2}" destId="{C729241F-5330-405E-8658-1B446ED0BB08}" srcOrd="0" destOrd="0" presId="urn:microsoft.com/office/officeart/2005/8/layout/vList2"/>
    <dgm:cxn modelId="{2729270D-87C1-4B85-9E44-B26F7269596F}" type="presParOf" srcId="{B948FCC2-2619-4301-A242-684B31C2B9C2}" destId="{BBC939B1-2640-4D90-BB5E-B7D7A5575CB4}" srcOrd="1" destOrd="0" presId="urn:microsoft.com/office/officeart/2005/8/layout/vList2"/>
    <dgm:cxn modelId="{A88489CC-A2D9-4CD5-97B4-5DB75093F4EF}" type="presParOf" srcId="{B948FCC2-2619-4301-A242-684B31C2B9C2}" destId="{37A4C4A7-CCD1-4D25-B8EB-3DF90F276C01}" srcOrd="2" destOrd="0" presId="urn:microsoft.com/office/officeart/2005/8/layout/vList2"/>
    <dgm:cxn modelId="{C1485759-85F1-4A42-8055-5B3624C546C5}" type="presParOf" srcId="{B948FCC2-2619-4301-A242-684B31C2B9C2}" destId="{8F9C60E0-2042-40C9-9350-DA4BDF4943D6}" srcOrd="3" destOrd="0" presId="urn:microsoft.com/office/officeart/2005/8/layout/vList2"/>
    <dgm:cxn modelId="{274A0B3F-87C0-4B0A-9B47-A1637F6BCCE4}" type="presParOf" srcId="{B948FCC2-2619-4301-A242-684B31C2B9C2}" destId="{326EE640-814C-4932-91DD-B974F2AFC5BB}" srcOrd="4" destOrd="0" presId="urn:microsoft.com/office/officeart/2005/8/layout/vList2"/>
    <dgm:cxn modelId="{F1DCF4CD-566C-4575-8DA3-05B40106795B}" type="presParOf" srcId="{B948FCC2-2619-4301-A242-684B31C2B9C2}" destId="{EC993276-B0E0-4F42-84D6-2B2F24960554}" srcOrd="5" destOrd="0" presId="urn:microsoft.com/office/officeart/2005/8/layout/vList2"/>
    <dgm:cxn modelId="{6558F62C-8902-4E82-B2CE-C31500F5453E}" type="presParOf" srcId="{B948FCC2-2619-4301-A242-684B31C2B9C2}" destId="{38DE6389-74B1-4635-B44C-106C26E5F5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7C2935-203B-4469-826E-FA1002A2230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9EC3A3-95D9-4697-812E-206406CE4FA1}">
      <dgm:prSet/>
      <dgm:spPr/>
      <dgm:t>
        <a:bodyPr/>
        <a:lstStyle/>
        <a:p>
          <a:r>
            <a:rPr lang="en-US"/>
            <a:t>Madrid: Capitale, musei, palazzi reali.</a:t>
          </a:r>
        </a:p>
      </dgm:t>
    </dgm:pt>
    <dgm:pt modelId="{9ECCE38C-1FD2-49D3-A417-2112DBDCE760}" type="parTrans" cxnId="{D34A5906-A414-4EF0-92C6-19FBD12C080E}">
      <dgm:prSet/>
      <dgm:spPr/>
      <dgm:t>
        <a:bodyPr/>
        <a:lstStyle/>
        <a:p>
          <a:endParaRPr lang="en-US"/>
        </a:p>
      </dgm:t>
    </dgm:pt>
    <dgm:pt modelId="{CFF27123-8CCC-46A1-9181-23B0D93D7E1D}" type="sibTrans" cxnId="{D34A5906-A414-4EF0-92C6-19FBD12C080E}">
      <dgm:prSet/>
      <dgm:spPr/>
      <dgm:t>
        <a:bodyPr/>
        <a:lstStyle/>
        <a:p>
          <a:endParaRPr lang="en-US"/>
        </a:p>
      </dgm:t>
    </dgm:pt>
    <dgm:pt modelId="{D800FAC2-07A3-47ED-8A6B-560C5CF9B5B5}">
      <dgm:prSet/>
      <dgm:spPr/>
      <dgm:t>
        <a:bodyPr/>
        <a:lstStyle/>
        <a:p>
          <a:r>
            <a:rPr lang="en-US"/>
            <a:t>Barcellona: Sagrada Familia, Parco Güell.</a:t>
          </a:r>
        </a:p>
      </dgm:t>
    </dgm:pt>
    <dgm:pt modelId="{DFABB292-37CF-465C-986C-F3FD71A45B34}" type="parTrans" cxnId="{2E834CE5-BACC-47B9-8944-A469B1D12070}">
      <dgm:prSet/>
      <dgm:spPr/>
      <dgm:t>
        <a:bodyPr/>
        <a:lstStyle/>
        <a:p>
          <a:endParaRPr lang="en-US"/>
        </a:p>
      </dgm:t>
    </dgm:pt>
    <dgm:pt modelId="{258312D5-52C6-48FF-90AD-B897D0DE48E5}" type="sibTrans" cxnId="{2E834CE5-BACC-47B9-8944-A469B1D12070}">
      <dgm:prSet/>
      <dgm:spPr/>
      <dgm:t>
        <a:bodyPr/>
        <a:lstStyle/>
        <a:p>
          <a:endParaRPr lang="en-US"/>
        </a:p>
      </dgm:t>
    </dgm:pt>
    <dgm:pt modelId="{6468AD52-137E-486F-9F43-8F7CD1760DD4}">
      <dgm:prSet/>
      <dgm:spPr/>
      <dgm:t>
        <a:bodyPr/>
        <a:lstStyle/>
        <a:p>
          <a:r>
            <a:rPr lang="en-US"/>
            <a:t>Valencia: Città delle Arti e delle Scienze.</a:t>
          </a:r>
        </a:p>
      </dgm:t>
    </dgm:pt>
    <dgm:pt modelId="{A67DA66B-1467-42D8-B4D7-36EF2F69BDE1}" type="parTrans" cxnId="{BDA309FD-5839-4ACE-BF60-5E5DD2F186E7}">
      <dgm:prSet/>
      <dgm:spPr/>
      <dgm:t>
        <a:bodyPr/>
        <a:lstStyle/>
        <a:p>
          <a:endParaRPr lang="en-US"/>
        </a:p>
      </dgm:t>
    </dgm:pt>
    <dgm:pt modelId="{0F2C10DC-33E7-4CF1-949C-FF668692C673}" type="sibTrans" cxnId="{BDA309FD-5839-4ACE-BF60-5E5DD2F186E7}">
      <dgm:prSet/>
      <dgm:spPr/>
      <dgm:t>
        <a:bodyPr/>
        <a:lstStyle/>
        <a:p>
          <a:endParaRPr lang="en-US"/>
        </a:p>
      </dgm:t>
    </dgm:pt>
    <dgm:pt modelId="{C0CF2646-E26D-49BC-B91E-8C97343D182B}">
      <dgm:prSet/>
      <dgm:spPr/>
      <dgm:t>
        <a:bodyPr/>
        <a:lstStyle/>
        <a:p>
          <a:r>
            <a:rPr lang="en-US"/>
            <a:t>Siviglia: Cattedrale di Siviglia, Alcázar.</a:t>
          </a:r>
        </a:p>
      </dgm:t>
    </dgm:pt>
    <dgm:pt modelId="{568B4A1C-CFF9-4BB3-B56B-E223AC6D1E71}" type="parTrans" cxnId="{EB92D875-B476-4F69-9736-173780AEF429}">
      <dgm:prSet/>
      <dgm:spPr/>
      <dgm:t>
        <a:bodyPr/>
        <a:lstStyle/>
        <a:p>
          <a:endParaRPr lang="en-US"/>
        </a:p>
      </dgm:t>
    </dgm:pt>
    <dgm:pt modelId="{B60EAFB0-E13E-4310-9C79-F0FB4D78372E}" type="sibTrans" cxnId="{EB92D875-B476-4F69-9736-173780AEF429}">
      <dgm:prSet/>
      <dgm:spPr/>
      <dgm:t>
        <a:bodyPr/>
        <a:lstStyle/>
        <a:p>
          <a:endParaRPr lang="en-US"/>
        </a:p>
      </dgm:t>
    </dgm:pt>
    <dgm:pt modelId="{3EC68A0D-9233-4A34-9C3A-CA09B90B595A}">
      <dgm:prSet/>
      <dgm:spPr/>
      <dgm:t>
        <a:bodyPr/>
        <a:lstStyle/>
        <a:p>
          <a:r>
            <a:rPr lang="en-US"/>
            <a:t>Granada: Alhambra.</a:t>
          </a:r>
        </a:p>
      </dgm:t>
    </dgm:pt>
    <dgm:pt modelId="{8F4B7495-5B70-40E6-938F-564E0C649FA0}" type="parTrans" cxnId="{52891136-6CC8-4C3E-9F1E-85A040495133}">
      <dgm:prSet/>
      <dgm:spPr/>
      <dgm:t>
        <a:bodyPr/>
        <a:lstStyle/>
        <a:p>
          <a:endParaRPr lang="en-US"/>
        </a:p>
      </dgm:t>
    </dgm:pt>
    <dgm:pt modelId="{B5A0CFA3-B601-4D8D-8F3D-66F5E8A16D01}" type="sibTrans" cxnId="{52891136-6CC8-4C3E-9F1E-85A040495133}">
      <dgm:prSet/>
      <dgm:spPr/>
      <dgm:t>
        <a:bodyPr/>
        <a:lstStyle/>
        <a:p>
          <a:endParaRPr lang="en-US"/>
        </a:p>
      </dgm:t>
    </dgm:pt>
    <dgm:pt modelId="{B55B06E4-CD83-44E8-B5CC-97A962828E43}">
      <dgm:prSet/>
      <dgm:spPr/>
      <dgm:t>
        <a:bodyPr/>
        <a:lstStyle/>
        <a:p>
          <a:r>
            <a:rPr lang="en-US"/>
            <a:t>Isole Baleari: Ibiza, Maiorca.</a:t>
          </a:r>
        </a:p>
      </dgm:t>
    </dgm:pt>
    <dgm:pt modelId="{B7556B43-851B-4E0B-963E-1EEC52A6A92C}" type="parTrans" cxnId="{968A6846-C569-4C98-9BF1-E76E9CD880C5}">
      <dgm:prSet/>
      <dgm:spPr/>
      <dgm:t>
        <a:bodyPr/>
        <a:lstStyle/>
        <a:p>
          <a:endParaRPr lang="en-US"/>
        </a:p>
      </dgm:t>
    </dgm:pt>
    <dgm:pt modelId="{FA0B8A4D-B102-40BB-B09C-608615B04601}" type="sibTrans" cxnId="{968A6846-C569-4C98-9BF1-E76E9CD880C5}">
      <dgm:prSet/>
      <dgm:spPr/>
      <dgm:t>
        <a:bodyPr/>
        <a:lstStyle/>
        <a:p>
          <a:endParaRPr lang="en-US"/>
        </a:p>
      </dgm:t>
    </dgm:pt>
    <dgm:pt modelId="{8260D701-7228-4A03-B5A4-1AF0C8177E74}">
      <dgm:prSet/>
      <dgm:spPr/>
      <dgm:t>
        <a:bodyPr/>
        <a:lstStyle/>
        <a:p>
          <a:r>
            <a:rPr lang="en-US"/>
            <a:t>Isole Canarie: Tenerife, Gran Canaria.</a:t>
          </a:r>
        </a:p>
      </dgm:t>
    </dgm:pt>
    <dgm:pt modelId="{539C50A7-8D58-40D7-9859-EF07CA1207D8}" type="parTrans" cxnId="{9F31F89C-01A9-408C-AC4D-A355C2380D68}">
      <dgm:prSet/>
      <dgm:spPr/>
      <dgm:t>
        <a:bodyPr/>
        <a:lstStyle/>
        <a:p>
          <a:endParaRPr lang="en-US"/>
        </a:p>
      </dgm:t>
    </dgm:pt>
    <dgm:pt modelId="{238B81A1-1D29-43F1-85D5-B404DCFF068C}" type="sibTrans" cxnId="{9F31F89C-01A9-408C-AC4D-A355C2380D68}">
      <dgm:prSet/>
      <dgm:spPr/>
      <dgm:t>
        <a:bodyPr/>
        <a:lstStyle/>
        <a:p>
          <a:endParaRPr lang="en-US"/>
        </a:p>
      </dgm:t>
    </dgm:pt>
    <dgm:pt modelId="{6FAFCCF3-A003-4147-BF24-C37C0ACE1603}" type="pres">
      <dgm:prSet presAssocID="{DA7C2935-203B-4469-826E-FA1002A22305}" presName="vert0" presStyleCnt="0">
        <dgm:presLayoutVars>
          <dgm:dir/>
          <dgm:animOne val="branch"/>
          <dgm:animLvl val="lvl"/>
        </dgm:presLayoutVars>
      </dgm:prSet>
      <dgm:spPr/>
    </dgm:pt>
    <dgm:pt modelId="{12225687-8661-4246-A84E-DC69C5713B2E}" type="pres">
      <dgm:prSet presAssocID="{8A9EC3A3-95D9-4697-812E-206406CE4FA1}" presName="thickLine" presStyleLbl="alignNode1" presStyleIdx="0" presStyleCnt="7"/>
      <dgm:spPr/>
    </dgm:pt>
    <dgm:pt modelId="{55FE040F-D9CB-4B21-AA52-2B267CA56D91}" type="pres">
      <dgm:prSet presAssocID="{8A9EC3A3-95D9-4697-812E-206406CE4FA1}" presName="horz1" presStyleCnt="0"/>
      <dgm:spPr/>
    </dgm:pt>
    <dgm:pt modelId="{45E22EE6-1C06-4992-9183-590EF55B381C}" type="pres">
      <dgm:prSet presAssocID="{8A9EC3A3-95D9-4697-812E-206406CE4FA1}" presName="tx1" presStyleLbl="revTx" presStyleIdx="0" presStyleCnt="7"/>
      <dgm:spPr/>
    </dgm:pt>
    <dgm:pt modelId="{5D83E08E-6FAF-47E2-A460-521FF6AD9D7E}" type="pres">
      <dgm:prSet presAssocID="{8A9EC3A3-95D9-4697-812E-206406CE4FA1}" presName="vert1" presStyleCnt="0"/>
      <dgm:spPr/>
    </dgm:pt>
    <dgm:pt modelId="{659BF2FA-CC16-46CB-A8D8-D2CE15D92CA3}" type="pres">
      <dgm:prSet presAssocID="{D800FAC2-07A3-47ED-8A6B-560C5CF9B5B5}" presName="thickLine" presStyleLbl="alignNode1" presStyleIdx="1" presStyleCnt="7"/>
      <dgm:spPr/>
    </dgm:pt>
    <dgm:pt modelId="{12AC90FE-F0A3-4D64-941F-FAFCDA935349}" type="pres">
      <dgm:prSet presAssocID="{D800FAC2-07A3-47ED-8A6B-560C5CF9B5B5}" presName="horz1" presStyleCnt="0"/>
      <dgm:spPr/>
    </dgm:pt>
    <dgm:pt modelId="{23CD3674-DAC8-41F4-8628-7A0D78D7A824}" type="pres">
      <dgm:prSet presAssocID="{D800FAC2-07A3-47ED-8A6B-560C5CF9B5B5}" presName="tx1" presStyleLbl="revTx" presStyleIdx="1" presStyleCnt="7"/>
      <dgm:spPr/>
    </dgm:pt>
    <dgm:pt modelId="{87F234FA-65BD-44F3-8A1E-E2701060E35E}" type="pres">
      <dgm:prSet presAssocID="{D800FAC2-07A3-47ED-8A6B-560C5CF9B5B5}" presName="vert1" presStyleCnt="0"/>
      <dgm:spPr/>
    </dgm:pt>
    <dgm:pt modelId="{35CBB69E-4EF3-4A57-A9A9-8A4EC174A6F4}" type="pres">
      <dgm:prSet presAssocID="{6468AD52-137E-486F-9F43-8F7CD1760DD4}" presName="thickLine" presStyleLbl="alignNode1" presStyleIdx="2" presStyleCnt="7"/>
      <dgm:spPr/>
    </dgm:pt>
    <dgm:pt modelId="{DDA00E90-A634-4562-B282-B068C7AFBA93}" type="pres">
      <dgm:prSet presAssocID="{6468AD52-137E-486F-9F43-8F7CD1760DD4}" presName="horz1" presStyleCnt="0"/>
      <dgm:spPr/>
    </dgm:pt>
    <dgm:pt modelId="{D1090741-9B69-45F4-936E-492C4447D3E3}" type="pres">
      <dgm:prSet presAssocID="{6468AD52-137E-486F-9F43-8F7CD1760DD4}" presName="tx1" presStyleLbl="revTx" presStyleIdx="2" presStyleCnt="7"/>
      <dgm:spPr/>
    </dgm:pt>
    <dgm:pt modelId="{6586EA15-98F0-4661-B3E1-E28427C9FAF6}" type="pres">
      <dgm:prSet presAssocID="{6468AD52-137E-486F-9F43-8F7CD1760DD4}" presName="vert1" presStyleCnt="0"/>
      <dgm:spPr/>
    </dgm:pt>
    <dgm:pt modelId="{908D2E11-215B-41DE-A1CC-021EDB27EEAC}" type="pres">
      <dgm:prSet presAssocID="{C0CF2646-E26D-49BC-B91E-8C97343D182B}" presName="thickLine" presStyleLbl="alignNode1" presStyleIdx="3" presStyleCnt="7"/>
      <dgm:spPr/>
    </dgm:pt>
    <dgm:pt modelId="{EA0BB3DD-FB82-4A24-9E40-2E83F735F755}" type="pres">
      <dgm:prSet presAssocID="{C0CF2646-E26D-49BC-B91E-8C97343D182B}" presName="horz1" presStyleCnt="0"/>
      <dgm:spPr/>
    </dgm:pt>
    <dgm:pt modelId="{55962885-67F2-4FA0-9E82-332785F69B8A}" type="pres">
      <dgm:prSet presAssocID="{C0CF2646-E26D-49BC-B91E-8C97343D182B}" presName="tx1" presStyleLbl="revTx" presStyleIdx="3" presStyleCnt="7"/>
      <dgm:spPr/>
    </dgm:pt>
    <dgm:pt modelId="{5F72A1F5-3B7C-4EAE-A3B1-E435EFED05CC}" type="pres">
      <dgm:prSet presAssocID="{C0CF2646-E26D-49BC-B91E-8C97343D182B}" presName="vert1" presStyleCnt="0"/>
      <dgm:spPr/>
    </dgm:pt>
    <dgm:pt modelId="{16CA06EC-3A23-47BB-8407-606051B13B4C}" type="pres">
      <dgm:prSet presAssocID="{3EC68A0D-9233-4A34-9C3A-CA09B90B595A}" presName="thickLine" presStyleLbl="alignNode1" presStyleIdx="4" presStyleCnt="7"/>
      <dgm:spPr/>
    </dgm:pt>
    <dgm:pt modelId="{F9F901C4-1B34-47DD-AE29-9AC8E4EFC5DF}" type="pres">
      <dgm:prSet presAssocID="{3EC68A0D-9233-4A34-9C3A-CA09B90B595A}" presName="horz1" presStyleCnt="0"/>
      <dgm:spPr/>
    </dgm:pt>
    <dgm:pt modelId="{BA6F255D-3DA3-440C-B100-51E154880591}" type="pres">
      <dgm:prSet presAssocID="{3EC68A0D-9233-4A34-9C3A-CA09B90B595A}" presName="tx1" presStyleLbl="revTx" presStyleIdx="4" presStyleCnt="7"/>
      <dgm:spPr/>
    </dgm:pt>
    <dgm:pt modelId="{F644FF82-1D88-4035-8567-7306915FF04E}" type="pres">
      <dgm:prSet presAssocID="{3EC68A0D-9233-4A34-9C3A-CA09B90B595A}" presName="vert1" presStyleCnt="0"/>
      <dgm:spPr/>
    </dgm:pt>
    <dgm:pt modelId="{B4E33310-4818-4754-A7EE-359E04A0AB54}" type="pres">
      <dgm:prSet presAssocID="{B55B06E4-CD83-44E8-B5CC-97A962828E43}" presName="thickLine" presStyleLbl="alignNode1" presStyleIdx="5" presStyleCnt="7"/>
      <dgm:spPr/>
    </dgm:pt>
    <dgm:pt modelId="{E09A6D6E-66A0-46AB-917A-C9366A628643}" type="pres">
      <dgm:prSet presAssocID="{B55B06E4-CD83-44E8-B5CC-97A962828E43}" presName="horz1" presStyleCnt="0"/>
      <dgm:spPr/>
    </dgm:pt>
    <dgm:pt modelId="{64F16DF4-A0F7-4DB9-A5C3-97F2857BA60B}" type="pres">
      <dgm:prSet presAssocID="{B55B06E4-CD83-44E8-B5CC-97A962828E43}" presName="tx1" presStyleLbl="revTx" presStyleIdx="5" presStyleCnt="7"/>
      <dgm:spPr/>
    </dgm:pt>
    <dgm:pt modelId="{B2D9C5E6-9837-4408-9BEF-C900140EE12B}" type="pres">
      <dgm:prSet presAssocID="{B55B06E4-CD83-44E8-B5CC-97A962828E43}" presName="vert1" presStyleCnt="0"/>
      <dgm:spPr/>
    </dgm:pt>
    <dgm:pt modelId="{7B8586C4-6179-45A9-AA1E-BB33B60C1F0A}" type="pres">
      <dgm:prSet presAssocID="{8260D701-7228-4A03-B5A4-1AF0C8177E74}" presName="thickLine" presStyleLbl="alignNode1" presStyleIdx="6" presStyleCnt="7"/>
      <dgm:spPr/>
    </dgm:pt>
    <dgm:pt modelId="{A6446F82-35E9-48E8-884F-2C4EE74BE638}" type="pres">
      <dgm:prSet presAssocID="{8260D701-7228-4A03-B5A4-1AF0C8177E74}" presName="horz1" presStyleCnt="0"/>
      <dgm:spPr/>
    </dgm:pt>
    <dgm:pt modelId="{ED9AA9EF-F643-458C-898F-4BEB9C910666}" type="pres">
      <dgm:prSet presAssocID="{8260D701-7228-4A03-B5A4-1AF0C8177E74}" presName="tx1" presStyleLbl="revTx" presStyleIdx="6" presStyleCnt="7"/>
      <dgm:spPr/>
    </dgm:pt>
    <dgm:pt modelId="{398B3A90-FE8A-4B3E-A0F5-AB678BAA1CD5}" type="pres">
      <dgm:prSet presAssocID="{8260D701-7228-4A03-B5A4-1AF0C8177E74}" presName="vert1" presStyleCnt="0"/>
      <dgm:spPr/>
    </dgm:pt>
  </dgm:ptLst>
  <dgm:cxnLst>
    <dgm:cxn modelId="{D34A5906-A414-4EF0-92C6-19FBD12C080E}" srcId="{DA7C2935-203B-4469-826E-FA1002A22305}" destId="{8A9EC3A3-95D9-4697-812E-206406CE4FA1}" srcOrd="0" destOrd="0" parTransId="{9ECCE38C-1FD2-49D3-A417-2112DBDCE760}" sibTransId="{CFF27123-8CCC-46A1-9181-23B0D93D7E1D}"/>
    <dgm:cxn modelId="{4C74582B-92F8-4CB1-9041-0B0C802FF0D4}" type="presOf" srcId="{3EC68A0D-9233-4A34-9C3A-CA09B90B595A}" destId="{BA6F255D-3DA3-440C-B100-51E154880591}" srcOrd="0" destOrd="0" presId="urn:microsoft.com/office/officeart/2008/layout/LinedList"/>
    <dgm:cxn modelId="{52891136-6CC8-4C3E-9F1E-85A040495133}" srcId="{DA7C2935-203B-4469-826E-FA1002A22305}" destId="{3EC68A0D-9233-4A34-9C3A-CA09B90B595A}" srcOrd="4" destOrd="0" parTransId="{8F4B7495-5B70-40E6-938F-564E0C649FA0}" sibTransId="{B5A0CFA3-B601-4D8D-8F3D-66F5E8A16D01}"/>
    <dgm:cxn modelId="{C1D7EC3E-2E08-4E03-A6F5-3BA123B36D49}" type="presOf" srcId="{C0CF2646-E26D-49BC-B91E-8C97343D182B}" destId="{55962885-67F2-4FA0-9E82-332785F69B8A}" srcOrd="0" destOrd="0" presId="urn:microsoft.com/office/officeart/2008/layout/LinedList"/>
    <dgm:cxn modelId="{1EDFDF5E-2E5B-4DAA-93A2-631B811E7D31}" type="presOf" srcId="{B55B06E4-CD83-44E8-B5CC-97A962828E43}" destId="{64F16DF4-A0F7-4DB9-A5C3-97F2857BA60B}" srcOrd="0" destOrd="0" presId="urn:microsoft.com/office/officeart/2008/layout/LinedList"/>
    <dgm:cxn modelId="{968A6846-C569-4C98-9BF1-E76E9CD880C5}" srcId="{DA7C2935-203B-4469-826E-FA1002A22305}" destId="{B55B06E4-CD83-44E8-B5CC-97A962828E43}" srcOrd="5" destOrd="0" parTransId="{B7556B43-851B-4E0B-963E-1EEC52A6A92C}" sibTransId="{FA0B8A4D-B102-40BB-B09C-608615B04601}"/>
    <dgm:cxn modelId="{EB92D875-B476-4F69-9736-173780AEF429}" srcId="{DA7C2935-203B-4469-826E-FA1002A22305}" destId="{C0CF2646-E26D-49BC-B91E-8C97343D182B}" srcOrd="3" destOrd="0" parTransId="{568B4A1C-CFF9-4BB3-B56B-E223AC6D1E71}" sibTransId="{B60EAFB0-E13E-4310-9C79-F0FB4D78372E}"/>
    <dgm:cxn modelId="{0C987C8B-DAB7-4B53-B812-1C9AF318CAAE}" type="presOf" srcId="{DA7C2935-203B-4469-826E-FA1002A22305}" destId="{6FAFCCF3-A003-4147-BF24-C37C0ACE1603}" srcOrd="0" destOrd="0" presId="urn:microsoft.com/office/officeart/2008/layout/LinedList"/>
    <dgm:cxn modelId="{E8632E90-4905-42A9-94DB-B14D9C138636}" type="presOf" srcId="{6468AD52-137E-486F-9F43-8F7CD1760DD4}" destId="{D1090741-9B69-45F4-936E-492C4447D3E3}" srcOrd="0" destOrd="0" presId="urn:microsoft.com/office/officeart/2008/layout/LinedList"/>
    <dgm:cxn modelId="{3DC1C090-9240-43DA-B53F-54898D63A7C8}" type="presOf" srcId="{8A9EC3A3-95D9-4697-812E-206406CE4FA1}" destId="{45E22EE6-1C06-4992-9183-590EF55B381C}" srcOrd="0" destOrd="0" presId="urn:microsoft.com/office/officeart/2008/layout/LinedList"/>
    <dgm:cxn modelId="{9F31F89C-01A9-408C-AC4D-A355C2380D68}" srcId="{DA7C2935-203B-4469-826E-FA1002A22305}" destId="{8260D701-7228-4A03-B5A4-1AF0C8177E74}" srcOrd="6" destOrd="0" parTransId="{539C50A7-8D58-40D7-9859-EF07CA1207D8}" sibTransId="{238B81A1-1D29-43F1-85D5-B404DCFF068C}"/>
    <dgm:cxn modelId="{81E8639E-25D4-46FF-9C98-673DCD2EDCE5}" type="presOf" srcId="{8260D701-7228-4A03-B5A4-1AF0C8177E74}" destId="{ED9AA9EF-F643-458C-898F-4BEB9C910666}" srcOrd="0" destOrd="0" presId="urn:microsoft.com/office/officeart/2008/layout/LinedList"/>
    <dgm:cxn modelId="{B313D4D7-6FA2-4280-9724-3B0D969B9C97}" type="presOf" srcId="{D800FAC2-07A3-47ED-8A6B-560C5CF9B5B5}" destId="{23CD3674-DAC8-41F4-8628-7A0D78D7A824}" srcOrd="0" destOrd="0" presId="urn:microsoft.com/office/officeart/2008/layout/LinedList"/>
    <dgm:cxn modelId="{2E834CE5-BACC-47B9-8944-A469B1D12070}" srcId="{DA7C2935-203B-4469-826E-FA1002A22305}" destId="{D800FAC2-07A3-47ED-8A6B-560C5CF9B5B5}" srcOrd="1" destOrd="0" parTransId="{DFABB292-37CF-465C-986C-F3FD71A45B34}" sibTransId="{258312D5-52C6-48FF-90AD-B897D0DE48E5}"/>
    <dgm:cxn modelId="{BDA309FD-5839-4ACE-BF60-5E5DD2F186E7}" srcId="{DA7C2935-203B-4469-826E-FA1002A22305}" destId="{6468AD52-137E-486F-9F43-8F7CD1760DD4}" srcOrd="2" destOrd="0" parTransId="{A67DA66B-1467-42D8-B4D7-36EF2F69BDE1}" sibTransId="{0F2C10DC-33E7-4CF1-949C-FF668692C673}"/>
    <dgm:cxn modelId="{8C0C7DD3-46ED-400A-A508-8DFCB3E5F0E3}" type="presParOf" srcId="{6FAFCCF3-A003-4147-BF24-C37C0ACE1603}" destId="{12225687-8661-4246-A84E-DC69C5713B2E}" srcOrd="0" destOrd="0" presId="urn:microsoft.com/office/officeart/2008/layout/LinedList"/>
    <dgm:cxn modelId="{1D49CD5E-E736-45B1-A3C4-1C4BB773B112}" type="presParOf" srcId="{6FAFCCF3-A003-4147-BF24-C37C0ACE1603}" destId="{55FE040F-D9CB-4B21-AA52-2B267CA56D91}" srcOrd="1" destOrd="0" presId="urn:microsoft.com/office/officeart/2008/layout/LinedList"/>
    <dgm:cxn modelId="{BEC4C727-922E-47D7-AFC6-5E257C397E55}" type="presParOf" srcId="{55FE040F-D9CB-4B21-AA52-2B267CA56D91}" destId="{45E22EE6-1C06-4992-9183-590EF55B381C}" srcOrd="0" destOrd="0" presId="urn:microsoft.com/office/officeart/2008/layout/LinedList"/>
    <dgm:cxn modelId="{D22AF019-9761-480E-9CFC-FF493C022362}" type="presParOf" srcId="{55FE040F-D9CB-4B21-AA52-2B267CA56D91}" destId="{5D83E08E-6FAF-47E2-A460-521FF6AD9D7E}" srcOrd="1" destOrd="0" presId="urn:microsoft.com/office/officeart/2008/layout/LinedList"/>
    <dgm:cxn modelId="{43151DF6-84BE-4215-BBC5-08FBF6279521}" type="presParOf" srcId="{6FAFCCF3-A003-4147-BF24-C37C0ACE1603}" destId="{659BF2FA-CC16-46CB-A8D8-D2CE15D92CA3}" srcOrd="2" destOrd="0" presId="urn:microsoft.com/office/officeart/2008/layout/LinedList"/>
    <dgm:cxn modelId="{994595C1-7E2F-4A6A-8E57-4219F0584020}" type="presParOf" srcId="{6FAFCCF3-A003-4147-BF24-C37C0ACE1603}" destId="{12AC90FE-F0A3-4D64-941F-FAFCDA935349}" srcOrd="3" destOrd="0" presId="urn:microsoft.com/office/officeart/2008/layout/LinedList"/>
    <dgm:cxn modelId="{E3304E76-AE3D-4AA6-B36F-4C0B1BC19DB0}" type="presParOf" srcId="{12AC90FE-F0A3-4D64-941F-FAFCDA935349}" destId="{23CD3674-DAC8-41F4-8628-7A0D78D7A824}" srcOrd="0" destOrd="0" presId="urn:microsoft.com/office/officeart/2008/layout/LinedList"/>
    <dgm:cxn modelId="{96D52F16-D897-4DD7-8D8C-ABFB4DB1E2E6}" type="presParOf" srcId="{12AC90FE-F0A3-4D64-941F-FAFCDA935349}" destId="{87F234FA-65BD-44F3-8A1E-E2701060E35E}" srcOrd="1" destOrd="0" presId="urn:microsoft.com/office/officeart/2008/layout/LinedList"/>
    <dgm:cxn modelId="{E58F5EAD-6F31-47A6-9DF2-9539E737C219}" type="presParOf" srcId="{6FAFCCF3-A003-4147-BF24-C37C0ACE1603}" destId="{35CBB69E-4EF3-4A57-A9A9-8A4EC174A6F4}" srcOrd="4" destOrd="0" presId="urn:microsoft.com/office/officeart/2008/layout/LinedList"/>
    <dgm:cxn modelId="{9D17E645-4C7A-4F29-A914-30889142B38C}" type="presParOf" srcId="{6FAFCCF3-A003-4147-BF24-C37C0ACE1603}" destId="{DDA00E90-A634-4562-B282-B068C7AFBA93}" srcOrd="5" destOrd="0" presId="urn:microsoft.com/office/officeart/2008/layout/LinedList"/>
    <dgm:cxn modelId="{9AF8E3CB-A93E-4636-A9CA-A8CC6E03A51C}" type="presParOf" srcId="{DDA00E90-A634-4562-B282-B068C7AFBA93}" destId="{D1090741-9B69-45F4-936E-492C4447D3E3}" srcOrd="0" destOrd="0" presId="urn:microsoft.com/office/officeart/2008/layout/LinedList"/>
    <dgm:cxn modelId="{953D7A11-4FF2-4FB9-913A-EE2994B82047}" type="presParOf" srcId="{DDA00E90-A634-4562-B282-B068C7AFBA93}" destId="{6586EA15-98F0-4661-B3E1-E28427C9FAF6}" srcOrd="1" destOrd="0" presId="urn:microsoft.com/office/officeart/2008/layout/LinedList"/>
    <dgm:cxn modelId="{F06D67CF-692A-41D9-9A04-B99692F4C6EA}" type="presParOf" srcId="{6FAFCCF3-A003-4147-BF24-C37C0ACE1603}" destId="{908D2E11-215B-41DE-A1CC-021EDB27EEAC}" srcOrd="6" destOrd="0" presId="urn:microsoft.com/office/officeart/2008/layout/LinedList"/>
    <dgm:cxn modelId="{9EFE5519-9CA9-49C3-A091-D906495CFF86}" type="presParOf" srcId="{6FAFCCF3-A003-4147-BF24-C37C0ACE1603}" destId="{EA0BB3DD-FB82-4A24-9E40-2E83F735F755}" srcOrd="7" destOrd="0" presId="urn:microsoft.com/office/officeart/2008/layout/LinedList"/>
    <dgm:cxn modelId="{91A490F2-5865-4857-AEBD-05F7C45D4667}" type="presParOf" srcId="{EA0BB3DD-FB82-4A24-9E40-2E83F735F755}" destId="{55962885-67F2-4FA0-9E82-332785F69B8A}" srcOrd="0" destOrd="0" presId="urn:microsoft.com/office/officeart/2008/layout/LinedList"/>
    <dgm:cxn modelId="{14525272-4735-45A3-950C-44CB919D3E80}" type="presParOf" srcId="{EA0BB3DD-FB82-4A24-9E40-2E83F735F755}" destId="{5F72A1F5-3B7C-4EAE-A3B1-E435EFED05CC}" srcOrd="1" destOrd="0" presId="urn:microsoft.com/office/officeart/2008/layout/LinedList"/>
    <dgm:cxn modelId="{0BE9080B-6507-4E00-B995-6A6BC37FC9EB}" type="presParOf" srcId="{6FAFCCF3-A003-4147-BF24-C37C0ACE1603}" destId="{16CA06EC-3A23-47BB-8407-606051B13B4C}" srcOrd="8" destOrd="0" presId="urn:microsoft.com/office/officeart/2008/layout/LinedList"/>
    <dgm:cxn modelId="{FCAD032C-6EFD-4CA5-A698-21142CE39AF0}" type="presParOf" srcId="{6FAFCCF3-A003-4147-BF24-C37C0ACE1603}" destId="{F9F901C4-1B34-47DD-AE29-9AC8E4EFC5DF}" srcOrd="9" destOrd="0" presId="urn:microsoft.com/office/officeart/2008/layout/LinedList"/>
    <dgm:cxn modelId="{4534E3B0-9CD0-41F7-B59E-B5F2694CD82F}" type="presParOf" srcId="{F9F901C4-1B34-47DD-AE29-9AC8E4EFC5DF}" destId="{BA6F255D-3DA3-440C-B100-51E154880591}" srcOrd="0" destOrd="0" presId="urn:microsoft.com/office/officeart/2008/layout/LinedList"/>
    <dgm:cxn modelId="{938DBBAA-0719-4FCA-9F33-1C5B43BE5D59}" type="presParOf" srcId="{F9F901C4-1B34-47DD-AE29-9AC8E4EFC5DF}" destId="{F644FF82-1D88-4035-8567-7306915FF04E}" srcOrd="1" destOrd="0" presId="urn:microsoft.com/office/officeart/2008/layout/LinedList"/>
    <dgm:cxn modelId="{99FDD4DE-C116-4895-A3AB-3640639EE232}" type="presParOf" srcId="{6FAFCCF3-A003-4147-BF24-C37C0ACE1603}" destId="{B4E33310-4818-4754-A7EE-359E04A0AB54}" srcOrd="10" destOrd="0" presId="urn:microsoft.com/office/officeart/2008/layout/LinedList"/>
    <dgm:cxn modelId="{9776DC21-DFB6-43F8-BD93-E216DFCAB9F7}" type="presParOf" srcId="{6FAFCCF3-A003-4147-BF24-C37C0ACE1603}" destId="{E09A6D6E-66A0-46AB-917A-C9366A628643}" srcOrd="11" destOrd="0" presId="urn:microsoft.com/office/officeart/2008/layout/LinedList"/>
    <dgm:cxn modelId="{FE117950-3271-42B5-8B2A-5954B258FA9A}" type="presParOf" srcId="{E09A6D6E-66A0-46AB-917A-C9366A628643}" destId="{64F16DF4-A0F7-4DB9-A5C3-97F2857BA60B}" srcOrd="0" destOrd="0" presId="urn:microsoft.com/office/officeart/2008/layout/LinedList"/>
    <dgm:cxn modelId="{44259E9A-1EBA-41CD-8E5F-10E21441A701}" type="presParOf" srcId="{E09A6D6E-66A0-46AB-917A-C9366A628643}" destId="{B2D9C5E6-9837-4408-9BEF-C900140EE12B}" srcOrd="1" destOrd="0" presId="urn:microsoft.com/office/officeart/2008/layout/LinedList"/>
    <dgm:cxn modelId="{68D8EF02-6737-48BB-A48C-F2BADF7EFD7E}" type="presParOf" srcId="{6FAFCCF3-A003-4147-BF24-C37C0ACE1603}" destId="{7B8586C4-6179-45A9-AA1E-BB33B60C1F0A}" srcOrd="12" destOrd="0" presId="urn:microsoft.com/office/officeart/2008/layout/LinedList"/>
    <dgm:cxn modelId="{FF927771-6CA1-45BD-AA2A-B7FBA4495CBB}" type="presParOf" srcId="{6FAFCCF3-A003-4147-BF24-C37C0ACE1603}" destId="{A6446F82-35E9-48E8-884F-2C4EE74BE638}" srcOrd="13" destOrd="0" presId="urn:microsoft.com/office/officeart/2008/layout/LinedList"/>
    <dgm:cxn modelId="{0A0D730A-2A9B-41AC-9D40-1EBEDAC08A1E}" type="presParOf" srcId="{A6446F82-35E9-48E8-884F-2C4EE74BE638}" destId="{ED9AA9EF-F643-458C-898F-4BEB9C910666}" srcOrd="0" destOrd="0" presId="urn:microsoft.com/office/officeart/2008/layout/LinedList"/>
    <dgm:cxn modelId="{999DD4B1-0DDA-46EC-BBF3-A7F2FD11008D}" type="presParOf" srcId="{A6446F82-35E9-48E8-884F-2C4EE74BE638}" destId="{398B3A90-FE8A-4B3E-A0F5-AB678BAA1C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D9160-EA88-4836-94EB-CFCEA1956A86}">
      <dsp:nvSpPr>
        <dsp:cNvPr id="0" name=""/>
        <dsp:cNvSpPr/>
      </dsp:nvSpPr>
      <dsp:spPr>
        <a:xfrm>
          <a:off x="389984" y="73412"/>
          <a:ext cx="630439" cy="6304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DB3B5-6631-48C6-8712-BE13344F89CA}">
      <dsp:nvSpPr>
        <dsp:cNvPr id="0" name=""/>
        <dsp:cNvSpPr/>
      </dsp:nvSpPr>
      <dsp:spPr>
        <a:xfrm>
          <a:off x="4715" y="944044"/>
          <a:ext cx="1400976" cy="682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Montagne: Pirenei, Cordigliera Betica, Cordigliera Cantabrica.</a:t>
          </a:r>
          <a:endParaRPr lang="en-US" sz="1400" kern="1200" dirty="0"/>
        </a:p>
      </dsp:txBody>
      <dsp:txXfrm>
        <a:off x="4715" y="944044"/>
        <a:ext cx="1400976" cy="682976"/>
      </dsp:txXfrm>
    </dsp:sp>
    <dsp:sp modelId="{DB504A0C-1C25-4D11-9C48-A1F5D5C822FB}">
      <dsp:nvSpPr>
        <dsp:cNvPr id="0" name=""/>
        <dsp:cNvSpPr/>
      </dsp:nvSpPr>
      <dsp:spPr>
        <a:xfrm>
          <a:off x="2036132" y="73412"/>
          <a:ext cx="630439" cy="6304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4D0B3-DDBD-42E8-BDFD-0A2352F78B96}">
      <dsp:nvSpPr>
        <dsp:cNvPr id="0" name=""/>
        <dsp:cNvSpPr/>
      </dsp:nvSpPr>
      <dsp:spPr>
        <a:xfrm>
          <a:off x="1650863" y="944044"/>
          <a:ext cx="1400976" cy="682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Colline: Numerose colline nella regione centrale e settentrionale.</a:t>
          </a:r>
          <a:endParaRPr lang="en-US" sz="1400" kern="1200"/>
        </a:p>
      </dsp:txBody>
      <dsp:txXfrm>
        <a:off x="1650863" y="944044"/>
        <a:ext cx="1400976" cy="682976"/>
      </dsp:txXfrm>
    </dsp:sp>
    <dsp:sp modelId="{CF63C98A-5F78-4D2E-B8BF-2B490B9BF751}">
      <dsp:nvSpPr>
        <dsp:cNvPr id="0" name=""/>
        <dsp:cNvSpPr/>
      </dsp:nvSpPr>
      <dsp:spPr>
        <a:xfrm>
          <a:off x="389984" y="1977265"/>
          <a:ext cx="630439" cy="6304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E0450-8E7E-44D7-9982-C0BE4821CC05}">
      <dsp:nvSpPr>
        <dsp:cNvPr id="0" name=""/>
        <dsp:cNvSpPr/>
      </dsp:nvSpPr>
      <dsp:spPr>
        <a:xfrm>
          <a:off x="4715" y="2847897"/>
          <a:ext cx="1400976" cy="682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Pianure: Pianura del Guadalquivir, Pianura Andalusa</a:t>
          </a:r>
          <a:endParaRPr lang="en-US" sz="1400" kern="1200" dirty="0"/>
        </a:p>
      </dsp:txBody>
      <dsp:txXfrm>
        <a:off x="4715" y="2847897"/>
        <a:ext cx="1400976" cy="682976"/>
      </dsp:txXfrm>
    </dsp:sp>
    <dsp:sp modelId="{C1BF29F9-2CB4-4E2F-82D4-8115050CE054}">
      <dsp:nvSpPr>
        <dsp:cNvPr id="0" name=""/>
        <dsp:cNvSpPr/>
      </dsp:nvSpPr>
      <dsp:spPr>
        <a:xfrm>
          <a:off x="2036132" y="1977265"/>
          <a:ext cx="630439" cy="6304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DB1D2-1B50-49D4-A9E3-7D59BFA81F30}">
      <dsp:nvSpPr>
        <dsp:cNvPr id="0" name=""/>
        <dsp:cNvSpPr/>
      </dsp:nvSpPr>
      <dsp:spPr>
        <a:xfrm>
          <a:off x="1650863" y="2847897"/>
          <a:ext cx="1400976" cy="682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Fiumi: Ebro, Tajo, Duero, Guadalquivir.</a:t>
          </a:r>
          <a:endParaRPr lang="en-US" sz="1400" kern="1200"/>
        </a:p>
      </dsp:txBody>
      <dsp:txXfrm>
        <a:off x="1650863" y="2847897"/>
        <a:ext cx="1400976" cy="682976"/>
      </dsp:txXfrm>
    </dsp:sp>
    <dsp:sp modelId="{059CE0FE-7435-4AE0-B6D6-B4851C1F77A4}">
      <dsp:nvSpPr>
        <dsp:cNvPr id="0" name=""/>
        <dsp:cNvSpPr/>
      </dsp:nvSpPr>
      <dsp:spPr>
        <a:xfrm>
          <a:off x="389984" y="3881117"/>
          <a:ext cx="630439" cy="6304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1CF82-8C44-4ED1-96CC-CA1E57CEC1E2}">
      <dsp:nvSpPr>
        <dsp:cNvPr id="0" name=""/>
        <dsp:cNvSpPr/>
      </dsp:nvSpPr>
      <dsp:spPr>
        <a:xfrm>
          <a:off x="4715" y="4751750"/>
          <a:ext cx="1400976" cy="682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Laghi: Laghi di origine glaciale nei Pirenei.</a:t>
          </a:r>
          <a:endParaRPr lang="en-US" sz="1400" kern="1200"/>
        </a:p>
      </dsp:txBody>
      <dsp:txXfrm>
        <a:off x="4715" y="4751750"/>
        <a:ext cx="1400976" cy="682976"/>
      </dsp:txXfrm>
    </dsp:sp>
    <dsp:sp modelId="{FD8B6702-AE4E-4295-8784-028CAE376EAB}">
      <dsp:nvSpPr>
        <dsp:cNvPr id="0" name=""/>
        <dsp:cNvSpPr/>
      </dsp:nvSpPr>
      <dsp:spPr>
        <a:xfrm>
          <a:off x="2036132" y="3881117"/>
          <a:ext cx="630439" cy="6304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9E239-0FEF-49E5-8218-42F3D4F95EAE}">
      <dsp:nvSpPr>
        <dsp:cNvPr id="0" name=""/>
        <dsp:cNvSpPr/>
      </dsp:nvSpPr>
      <dsp:spPr>
        <a:xfrm>
          <a:off x="1650863" y="4751750"/>
          <a:ext cx="1400976" cy="682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Mari: Mar Mediterraneo, Mar Cantabrico.</a:t>
          </a:r>
          <a:endParaRPr lang="en-US" sz="1400" kern="1200"/>
        </a:p>
      </dsp:txBody>
      <dsp:txXfrm>
        <a:off x="1650863" y="4751750"/>
        <a:ext cx="1400976" cy="6829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9241F-5330-405E-8658-1B446ED0BB08}">
      <dsp:nvSpPr>
        <dsp:cNvPr id="0" name=""/>
        <dsp:cNvSpPr/>
      </dsp:nvSpPr>
      <dsp:spPr>
        <a:xfrm>
          <a:off x="0" y="212148"/>
          <a:ext cx="400065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Popolazione: Circa 47 milioni di abitanti.</a:t>
          </a:r>
        </a:p>
      </dsp:txBody>
      <dsp:txXfrm>
        <a:off x="42722" y="254870"/>
        <a:ext cx="3915206" cy="789716"/>
      </dsp:txXfrm>
    </dsp:sp>
    <dsp:sp modelId="{37A4C4A7-CCD1-4D25-B8EB-3DF90F276C01}">
      <dsp:nvSpPr>
        <dsp:cNvPr id="0" name=""/>
        <dsp:cNvSpPr/>
      </dsp:nvSpPr>
      <dsp:spPr>
        <a:xfrm>
          <a:off x="0" y="1150668"/>
          <a:ext cx="4000650" cy="8751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Settore Primario: Agricoltura (vino, olive, agrumi), pesca.</a:t>
          </a:r>
        </a:p>
      </dsp:txBody>
      <dsp:txXfrm>
        <a:off x="42722" y="1193390"/>
        <a:ext cx="3915206" cy="789716"/>
      </dsp:txXfrm>
    </dsp:sp>
    <dsp:sp modelId="{326EE640-814C-4932-91DD-B974F2AFC5BB}">
      <dsp:nvSpPr>
        <dsp:cNvPr id="0" name=""/>
        <dsp:cNvSpPr/>
      </dsp:nvSpPr>
      <dsp:spPr>
        <a:xfrm>
          <a:off x="0" y="2089189"/>
          <a:ext cx="4000650" cy="8751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Settore Secondario: Industria automobilistica, tessile, chimica.</a:t>
          </a:r>
        </a:p>
      </dsp:txBody>
      <dsp:txXfrm>
        <a:off x="42722" y="2131911"/>
        <a:ext cx="3915206" cy="789716"/>
      </dsp:txXfrm>
    </dsp:sp>
    <dsp:sp modelId="{38DE6389-74B1-4635-B44C-106C26E5F547}">
      <dsp:nvSpPr>
        <dsp:cNvPr id="0" name=""/>
        <dsp:cNvSpPr/>
      </dsp:nvSpPr>
      <dsp:spPr>
        <a:xfrm>
          <a:off x="0" y="3027709"/>
          <a:ext cx="4000650" cy="8751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Settore Terziario: Turismo, servizi finanziari, commercio.</a:t>
          </a:r>
        </a:p>
      </dsp:txBody>
      <dsp:txXfrm>
        <a:off x="42722" y="3070431"/>
        <a:ext cx="3915206" cy="789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25687-8661-4246-A84E-DC69C5713B2E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22EE6-1C06-4992-9183-590EF55B381C}">
      <dsp:nvSpPr>
        <dsp:cNvPr id="0" name=""/>
        <dsp:cNvSpPr/>
      </dsp:nvSpPr>
      <dsp:spPr>
        <a:xfrm>
          <a:off x="0" y="552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Madrid: Capitale, musei, palazzi reali.</a:t>
          </a:r>
        </a:p>
      </dsp:txBody>
      <dsp:txXfrm>
        <a:off x="0" y="552"/>
        <a:ext cx="8229600" cy="646408"/>
      </dsp:txXfrm>
    </dsp:sp>
    <dsp:sp modelId="{659BF2FA-CC16-46CB-A8D8-D2CE15D92CA3}">
      <dsp:nvSpPr>
        <dsp:cNvPr id="0" name=""/>
        <dsp:cNvSpPr/>
      </dsp:nvSpPr>
      <dsp:spPr>
        <a:xfrm>
          <a:off x="0" y="64696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D3674-DAC8-41F4-8628-7A0D78D7A824}">
      <dsp:nvSpPr>
        <dsp:cNvPr id="0" name=""/>
        <dsp:cNvSpPr/>
      </dsp:nvSpPr>
      <dsp:spPr>
        <a:xfrm>
          <a:off x="0" y="646960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Barcellona: Sagrada Familia, Parco Güell.</a:t>
          </a:r>
        </a:p>
      </dsp:txBody>
      <dsp:txXfrm>
        <a:off x="0" y="646960"/>
        <a:ext cx="8229600" cy="646408"/>
      </dsp:txXfrm>
    </dsp:sp>
    <dsp:sp modelId="{35CBB69E-4EF3-4A57-A9A9-8A4EC174A6F4}">
      <dsp:nvSpPr>
        <dsp:cNvPr id="0" name=""/>
        <dsp:cNvSpPr/>
      </dsp:nvSpPr>
      <dsp:spPr>
        <a:xfrm>
          <a:off x="0" y="129336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90741-9B69-45F4-936E-492C4447D3E3}">
      <dsp:nvSpPr>
        <dsp:cNvPr id="0" name=""/>
        <dsp:cNvSpPr/>
      </dsp:nvSpPr>
      <dsp:spPr>
        <a:xfrm>
          <a:off x="0" y="1293369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Valencia: Città delle Arti e delle Scienze.</a:t>
          </a:r>
        </a:p>
      </dsp:txBody>
      <dsp:txXfrm>
        <a:off x="0" y="1293369"/>
        <a:ext cx="8229600" cy="646408"/>
      </dsp:txXfrm>
    </dsp:sp>
    <dsp:sp modelId="{908D2E11-215B-41DE-A1CC-021EDB27EEAC}">
      <dsp:nvSpPr>
        <dsp:cNvPr id="0" name=""/>
        <dsp:cNvSpPr/>
      </dsp:nvSpPr>
      <dsp:spPr>
        <a:xfrm>
          <a:off x="0" y="193977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62885-67F2-4FA0-9E82-332785F69B8A}">
      <dsp:nvSpPr>
        <dsp:cNvPr id="0" name=""/>
        <dsp:cNvSpPr/>
      </dsp:nvSpPr>
      <dsp:spPr>
        <a:xfrm>
          <a:off x="0" y="1939777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Siviglia: Cattedrale di Siviglia, Alcázar.</a:t>
          </a:r>
        </a:p>
      </dsp:txBody>
      <dsp:txXfrm>
        <a:off x="0" y="1939777"/>
        <a:ext cx="8229600" cy="646408"/>
      </dsp:txXfrm>
    </dsp:sp>
    <dsp:sp modelId="{16CA06EC-3A23-47BB-8407-606051B13B4C}">
      <dsp:nvSpPr>
        <dsp:cNvPr id="0" name=""/>
        <dsp:cNvSpPr/>
      </dsp:nvSpPr>
      <dsp:spPr>
        <a:xfrm>
          <a:off x="0" y="258618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F255D-3DA3-440C-B100-51E154880591}">
      <dsp:nvSpPr>
        <dsp:cNvPr id="0" name=""/>
        <dsp:cNvSpPr/>
      </dsp:nvSpPr>
      <dsp:spPr>
        <a:xfrm>
          <a:off x="0" y="2586185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Granada: Alhambra.</a:t>
          </a:r>
        </a:p>
      </dsp:txBody>
      <dsp:txXfrm>
        <a:off x="0" y="2586185"/>
        <a:ext cx="8229600" cy="646408"/>
      </dsp:txXfrm>
    </dsp:sp>
    <dsp:sp modelId="{B4E33310-4818-4754-A7EE-359E04A0AB54}">
      <dsp:nvSpPr>
        <dsp:cNvPr id="0" name=""/>
        <dsp:cNvSpPr/>
      </dsp:nvSpPr>
      <dsp:spPr>
        <a:xfrm>
          <a:off x="0" y="323259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16DF4-A0F7-4DB9-A5C3-97F2857BA60B}">
      <dsp:nvSpPr>
        <dsp:cNvPr id="0" name=""/>
        <dsp:cNvSpPr/>
      </dsp:nvSpPr>
      <dsp:spPr>
        <a:xfrm>
          <a:off x="0" y="3232593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Isole Baleari: Ibiza, Maiorca.</a:t>
          </a:r>
        </a:p>
      </dsp:txBody>
      <dsp:txXfrm>
        <a:off x="0" y="3232593"/>
        <a:ext cx="8229600" cy="646408"/>
      </dsp:txXfrm>
    </dsp:sp>
    <dsp:sp modelId="{7B8586C4-6179-45A9-AA1E-BB33B60C1F0A}">
      <dsp:nvSpPr>
        <dsp:cNvPr id="0" name=""/>
        <dsp:cNvSpPr/>
      </dsp:nvSpPr>
      <dsp:spPr>
        <a:xfrm>
          <a:off x="0" y="387900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AA9EF-F643-458C-898F-4BEB9C910666}">
      <dsp:nvSpPr>
        <dsp:cNvPr id="0" name=""/>
        <dsp:cNvSpPr/>
      </dsp:nvSpPr>
      <dsp:spPr>
        <a:xfrm>
          <a:off x="0" y="3879002"/>
          <a:ext cx="8229600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Isole Canarie: Tenerife, Gran Canaria.</a:t>
          </a:r>
        </a:p>
      </dsp:txBody>
      <dsp:txXfrm>
        <a:off x="0" y="3879002"/>
        <a:ext cx="8229600" cy="646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436E7-6D7B-4493-BE48-6DB1CD449F9D}" type="datetimeFigureOut">
              <a:rPr lang="it-IT" smtClean="0"/>
              <a:t>25/02/2025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E8766-45E9-4CEA-9403-7D3BC90367E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7822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E8766-45E9-4CEA-9403-7D3BC90367E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5672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pagna - Localizzazione">
            <a:extLst>
              <a:ext uri="{FF2B5EF4-FFF2-40B4-BE49-F238E27FC236}">
                <a16:creationId xmlns:a16="http://schemas.microsoft.com/office/drawing/2014/main" id="{4D33CA0A-D906-6BC8-CF55-02685131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5" r="15893"/>
          <a:stretch/>
        </p:blipFill>
        <p:spPr bwMode="auto">
          <a:xfrm>
            <a:off x="-3" y="-4"/>
            <a:ext cx="565098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7737" y="3962400"/>
            <a:ext cx="4129361" cy="1690409"/>
          </a:xfrm>
        </p:spPr>
        <p:txBody>
          <a:bodyPr anchor="b">
            <a:normAutofit/>
          </a:bodyPr>
          <a:lstStyle/>
          <a:p>
            <a:pPr algn="l"/>
            <a:r>
              <a:rPr lang="it-IT" sz="3800">
                <a:latin typeface="Amasis MT Pro Black" panose="02040A04050005020304" pitchFamily="18" charset="0"/>
              </a:rPr>
              <a:t>La Spagna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7737" y="5709565"/>
            <a:ext cx="4046981" cy="64678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it-IT" sz="1500">
                <a:latin typeface="Amasis MT Pro Black" panose="02040A04050005020304" pitchFamily="18" charset="0"/>
              </a:rPr>
              <a:t>Un viaggio attraverso la geografia, la popolazione, l'economia e la cultura</a:t>
            </a:r>
            <a:endParaRPr lang="it-IT" sz="1500"/>
          </a:p>
        </p:txBody>
      </p:sp>
      <p:pic>
        <p:nvPicPr>
          <p:cNvPr id="5" name="Immagine 4" descr="Bandiera spagnola che sventola contro un cielo blu">
            <a:extLst>
              <a:ext uri="{FF2B5EF4-FFF2-40B4-BE49-F238E27FC236}">
                <a16:creationId xmlns:a16="http://schemas.microsoft.com/office/drawing/2014/main" id="{07AA0752-F26B-FD41-1B91-DC186C809B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" r="-1" b="14545"/>
          <a:stretch/>
        </p:blipFill>
        <p:spPr>
          <a:xfrm>
            <a:off x="5740155" y="6"/>
            <a:ext cx="3403848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munità autonome della Spagna - 33639987">
            <a:extLst>
              <a:ext uri="{FF2B5EF4-FFF2-40B4-BE49-F238E27FC236}">
                <a16:creationId xmlns:a16="http://schemas.microsoft.com/office/drawing/2014/main" id="{982251F2-E22D-DFA5-75E6-FC9BF1BB1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4" r="12209" b="-1"/>
          <a:stretch/>
        </p:blipFill>
        <p:spPr bwMode="auto">
          <a:xfrm>
            <a:off x="20" y="10"/>
            <a:ext cx="72522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Rectangle 104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it-IT" sz="3500"/>
              <a:t>Confini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600" dirty="0"/>
              <a:t>Nord-est: Confina con la Francia e Andorra, separata dai Pirenei.</a:t>
            </a:r>
          </a:p>
          <a:p>
            <a:pPr>
              <a:lnSpc>
                <a:spcPct val="90000"/>
              </a:lnSpc>
            </a:pPr>
            <a:r>
              <a:rPr lang="it-IT" sz="1600" dirty="0"/>
              <a:t>Sud: Confina con Gibilterra (Regno Unito) che la separa dal Marocco.</a:t>
            </a:r>
          </a:p>
          <a:p>
            <a:pPr>
              <a:lnSpc>
                <a:spcPct val="90000"/>
              </a:lnSpc>
            </a:pPr>
            <a:r>
              <a:rPr lang="it-IT" sz="1600" dirty="0"/>
              <a:t>Est: Bagnata dal Mar Mediterraneo.</a:t>
            </a:r>
          </a:p>
          <a:p>
            <a:pPr>
              <a:lnSpc>
                <a:spcPct val="90000"/>
              </a:lnSpc>
            </a:pPr>
            <a:r>
              <a:rPr lang="it-IT" sz="1600" dirty="0"/>
              <a:t>Ovest: Confina con il Portogallo.</a:t>
            </a:r>
          </a:p>
          <a:p>
            <a:pPr>
              <a:lnSpc>
                <a:spcPct val="90000"/>
              </a:lnSpc>
            </a:pPr>
            <a:r>
              <a:rPr lang="it-IT" sz="1600" dirty="0"/>
              <a:t>Nord-ovest: Bagnata dal Mar Cantabrico.</a:t>
            </a:r>
          </a:p>
          <a:p>
            <a:pPr>
              <a:lnSpc>
                <a:spcPct val="90000"/>
              </a:lnSpc>
            </a:pPr>
            <a:r>
              <a:rPr lang="it-IT" sz="1600" dirty="0"/>
              <a:t>Sud-ovest: Bagnata dall'Oceano Atlantico.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6750" y="491612"/>
            <a:ext cx="2725945" cy="1215473"/>
          </a:xfrm>
        </p:spPr>
        <p:txBody>
          <a:bodyPr>
            <a:normAutofit/>
          </a:bodyPr>
          <a:lstStyle/>
          <a:p>
            <a:r>
              <a:rPr lang="it-IT" sz="4300"/>
              <a:t>Morfologia</a:t>
            </a:r>
            <a:endParaRPr lang="it-IT" sz="43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Immagine che contiene mappa, testo, atlante&#10;&#10;Il contenuto generato dall'IA potrebbe non essere corretto.">
            <a:extLst>
              <a:ext uri="{FF2B5EF4-FFF2-40B4-BE49-F238E27FC236}">
                <a16:creationId xmlns:a16="http://schemas.microsoft.com/office/drawing/2014/main" id="{51D4139A-198C-530C-EEF0-6BCF6A59A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130" y="1707085"/>
            <a:ext cx="7921871" cy="5150916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45943DCC-952E-2251-7913-3EF077B7CB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861915"/>
              </p:ext>
            </p:extLst>
          </p:nvPr>
        </p:nvGraphicFramePr>
        <p:xfrm>
          <a:off x="0" y="370130"/>
          <a:ext cx="3056556" cy="5508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Le persone lungo la Rambla, a Barcellona (James D. Morgan/Getty Images News)">
            <a:extLst>
              <a:ext uri="{FF2B5EF4-FFF2-40B4-BE49-F238E27FC236}">
                <a16:creationId xmlns:a16="http://schemas.microsoft.com/office/drawing/2014/main" id="{5C6ABD61-1F4F-EBEB-591C-5DAFF82C9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6" r="33781" b="2"/>
          <a:stretch/>
        </p:blipFill>
        <p:spPr bwMode="auto">
          <a:xfrm>
            <a:off x="5086349" y="1714500"/>
            <a:ext cx="405765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84" name="Rectangle 3080">
            <a:extLst>
              <a:ext uri="{FF2B5EF4-FFF2-40B4-BE49-F238E27FC236}">
                <a16:creationId xmlns:a16="http://schemas.microsoft.com/office/drawing/2014/main" id="{E1ED8A68-A582-AC62-104E-E319E9DB3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250409"/>
            <a:ext cx="7667214" cy="1228299"/>
          </a:xfrm>
        </p:spPr>
        <p:txBody>
          <a:bodyPr>
            <a:normAutofit/>
          </a:bodyPr>
          <a:lstStyle/>
          <a:p>
            <a:r>
              <a:rPr lang="it-IT" sz="3500"/>
              <a:t>Popolazione ed Economia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2805807-CF83-4B11-428F-E3AD637D9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854927"/>
              </p:ext>
            </p:extLst>
          </p:nvPr>
        </p:nvGraphicFramePr>
        <p:xfrm>
          <a:off x="571350" y="2183642"/>
          <a:ext cx="4000650" cy="4115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Località</a:t>
            </a:r>
            <a:r>
              <a:rPr dirty="0"/>
              <a:t> </a:t>
            </a:r>
            <a:r>
              <a:rPr dirty="0" err="1"/>
              <a:t>Turistiche</a:t>
            </a:r>
            <a:r>
              <a:rPr dirty="0"/>
              <a:t> </a:t>
            </a:r>
            <a:r>
              <a:rPr dirty="0" err="1"/>
              <a:t>Più</a:t>
            </a:r>
            <a:r>
              <a:rPr dirty="0"/>
              <a:t> </a:t>
            </a:r>
            <a:r>
              <a:rPr dirty="0" err="1"/>
              <a:t>Importanti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48ACFA-C427-D820-4CE1-1A03A1A75ED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" name="Rectangle 4116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10" name="Picture 14" descr="Puerta del Sol a Madrid">
            <a:extLst>
              <a:ext uri="{FF2B5EF4-FFF2-40B4-BE49-F238E27FC236}">
                <a16:creationId xmlns:a16="http://schemas.microsoft.com/office/drawing/2014/main" id="{B8E74E5C-B2F7-82F3-D634-B54CA715B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0" r="25000" b="-1"/>
          <a:stretch/>
        </p:blipFill>
        <p:spPr bwMode="auto">
          <a:xfrm>
            <a:off x="20" y="1"/>
            <a:ext cx="2227829" cy="338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agazza alla finestra di Dalì">
            <a:extLst>
              <a:ext uri="{FF2B5EF4-FFF2-40B4-BE49-F238E27FC236}">
                <a16:creationId xmlns:a16="http://schemas.microsoft.com/office/drawing/2014/main" id="{8FA236F2-196D-BC2C-0129-78F38E6EF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63" r="21338" b="-1"/>
          <a:stretch/>
        </p:blipFill>
        <p:spPr bwMode="auto">
          <a:xfrm>
            <a:off x="2304717" y="10"/>
            <a:ext cx="2227848" cy="33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Plaza Mayor a Madrid">
            <a:extLst>
              <a:ext uri="{FF2B5EF4-FFF2-40B4-BE49-F238E27FC236}">
                <a16:creationId xmlns:a16="http://schemas.microsoft.com/office/drawing/2014/main" id="{DEE1FAAF-27CD-A72C-5D2C-5EB981FB9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13" r="31968" b="-1"/>
          <a:stretch/>
        </p:blipFill>
        <p:spPr bwMode="auto">
          <a:xfrm>
            <a:off x="4609431" y="10"/>
            <a:ext cx="2228850" cy="33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l Palazzo Reale di Madrid">
            <a:extLst>
              <a:ext uri="{FF2B5EF4-FFF2-40B4-BE49-F238E27FC236}">
                <a16:creationId xmlns:a16="http://schemas.microsoft.com/office/drawing/2014/main" id="{D0F47BB2-4CFC-6820-92A4-37481E156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4" r="28287" b="-1"/>
          <a:stretch/>
        </p:blipFill>
        <p:spPr bwMode="auto">
          <a:xfrm>
            <a:off x="6915150" y="10"/>
            <a:ext cx="2228850" cy="33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Parco del Buen Retiro a Madrid">
            <a:extLst>
              <a:ext uri="{FF2B5EF4-FFF2-40B4-BE49-F238E27FC236}">
                <a16:creationId xmlns:a16="http://schemas.microsoft.com/office/drawing/2014/main" id="{E6A677BC-9D1B-7751-BF67-229955FEC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6" r="17064" b="-1"/>
          <a:stretch/>
        </p:blipFill>
        <p:spPr bwMode="auto">
          <a:xfrm>
            <a:off x="-762" y="3474720"/>
            <a:ext cx="2227848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9" name="Rectangle 4118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9432" y="3474720"/>
            <a:ext cx="4534568" cy="3383281"/>
          </a:xfrm>
          <a:prstGeom prst="rect">
            <a:avLst/>
          </a:prstGeom>
          <a:solidFill>
            <a:srgbClr val="3948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B0F66CB-D3DB-BD02-4E77-3EC90FE1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739" y="3799272"/>
            <a:ext cx="3895311" cy="637124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rgbClr val="FFFFFF"/>
                </a:solidFill>
              </a:rPr>
              <a:t>Madrid</a:t>
            </a:r>
          </a:p>
        </p:txBody>
      </p:sp>
      <p:pic>
        <p:nvPicPr>
          <p:cNvPr id="4106" name="Picture 10" descr="La Cattedrale dell'Almudena di Madrid">
            <a:extLst>
              <a:ext uri="{FF2B5EF4-FFF2-40B4-BE49-F238E27FC236}">
                <a16:creationId xmlns:a16="http://schemas.microsoft.com/office/drawing/2014/main" id="{148A1598-478E-4B2A-DB78-034C95B0C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6" r="31775" b="-1"/>
          <a:stretch/>
        </p:blipFill>
        <p:spPr bwMode="auto">
          <a:xfrm>
            <a:off x="2294926" y="3474719"/>
            <a:ext cx="222785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1716BB1-955A-F233-BDBF-7B5824005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736" y="4510585"/>
            <a:ext cx="4024957" cy="1758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FFFFFF"/>
                </a:solidFill>
              </a:rPr>
              <a:t>Fondata dagli arabi nel IX secolo nel cuore della Meseta. Qui si trovano i palazzi reali ed è il cuore della vita politica, economica e culturale del paese.</a:t>
            </a:r>
          </a:p>
        </p:txBody>
      </p:sp>
    </p:spTree>
    <p:extLst>
      <p:ext uri="{BB962C8B-B14F-4D97-AF65-F5344CB8AC3E}">
        <p14:creationId xmlns:p14="http://schemas.microsoft.com/office/powerpoint/2010/main" val="2668748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7" name="Rectangle 5136">
            <a:extLst>
              <a:ext uri="{FF2B5EF4-FFF2-40B4-BE49-F238E27FC236}">
                <a16:creationId xmlns:a16="http://schemas.microsoft.com/office/drawing/2014/main" id="{5CB593EA-2F98-479F-B4C4-F366571FA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4" name="Picture 4" descr="Parc Güell">
            <a:extLst>
              <a:ext uri="{FF2B5EF4-FFF2-40B4-BE49-F238E27FC236}">
                <a16:creationId xmlns:a16="http://schemas.microsoft.com/office/drawing/2014/main" id="{7D19CA07-A65B-F9DB-7D45-B75564972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7" r="23298" b="-4"/>
          <a:stretch/>
        </p:blipFill>
        <p:spPr bwMode="auto">
          <a:xfrm>
            <a:off x="20" y="1"/>
            <a:ext cx="2227829" cy="338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Museo Picasso Barcelona Spagna">
            <a:extLst>
              <a:ext uri="{FF2B5EF4-FFF2-40B4-BE49-F238E27FC236}">
                <a16:creationId xmlns:a16="http://schemas.microsoft.com/office/drawing/2014/main" id="{849158E7-8B08-5295-5ECD-3FE9B4F3F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01" r="9843" b="-3"/>
          <a:stretch/>
        </p:blipFill>
        <p:spPr bwMode="auto">
          <a:xfrm>
            <a:off x="2304717" y="10"/>
            <a:ext cx="2227848" cy="33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osa vedere a Barcellona">
            <a:extLst>
              <a:ext uri="{FF2B5EF4-FFF2-40B4-BE49-F238E27FC236}">
                <a16:creationId xmlns:a16="http://schemas.microsoft.com/office/drawing/2014/main" id="{F3B0EBF2-8B62-FD68-7022-F955AF68C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36" r="21489" b="-3"/>
          <a:stretch/>
        </p:blipFill>
        <p:spPr bwMode="auto">
          <a:xfrm>
            <a:off x="4609431" y="10"/>
            <a:ext cx="2228850" cy="33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alau de la Música Catalana">
            <a:extLst>
              <a:ext uri="{FF2B5EF4-FFF2-40B4-BE49-F238E27FC236}">
                <a16:creationId xmlns:a16="http://schemas.microsoft.com/office/drawing/2014/main" id="{6820B8D5-EC4C-83F8-DCD0-F3374289E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0" r="31595" b="-3"/>
          <a:stretch/>
        </p:blipFill>
        <p:spPr bwMode="auto">
          <a:xfrm>
            <a:off x="6915150" y="10"/>
            <a:ext cx="2228850" cy="338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Attrazioni Barcellona La Rambla">
            <a:extLst>
              <a:ext uri="{FF2B5EF4-FFF2-40B4-BE49-F238E27FC236}">
                <a16:creationId xmlns:a16="http://schemas.microsoft.com/office/drawing/2014/main" id="{AD028BDD-99FA-5A0D-F124-3F6FBC64B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2" r="29532" b="-4"/>
          <a:stretch/>
        </p:blipFill>
        <p:spPr bwMode="auto">
          <a:xfrm>
            <a:off x="-762" y="3474720"/>
            <a:ext cx="2227848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9" name="Rectangle 5138">
            <a:extLst>
              <a:ext uri="{FF2B5EF4-FFF2-40B4-BE49-F238E27FC236}">
                <a16:creationId xmlns:a16="http://schemas.microsoft.com/office/drawing/2014/main" id="{39BEB6D0-9E4E-4221-93D1-74ABECEE9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9432" y="3474720"/>
            <a:ext cx="4534568" cy="3383281"/>
          </a:xfrm>
          <a:prstGeom prst="rect">
            <a:avLst/>
          </a:prstGeom>
          <a:solidFill>
            <a:srgbClr val="644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4CB554D-BCD0-46BF-EA93-91442799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739" y="3799272"/>
            <a:ext cx="3895311" cy="637124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rgbClr val="FFFFFF"/>
                </a:solidFill>
              </a:rPr>
              <a:t>Barcellona</a:t>
            </a:r>
          </a:p>
        </p:txBody>
      </p:sp>
      <p:pic>
        <p:nvPicPr>
          <p:cNvPr id="5122" name="Picture 2" descr="Sagrada Familia Barcellona">
            <a:extLst>
              <a:ext uri="{FF2B5EF4-FFF2-40B4-BE49-F238E27FC236}">
                <a16:creationId xmlns:a16="http://schemas.microsoft.com/office/drawing/2014/main" id="{0896C455-69A2-0AB7-F327-4A978AAE7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15" r="14929" b="-4"/>
          <a:stretch/>
        </p:blipFill>
        <p:spPr bwMode="auto">
          <a:xfrm>
            <a:off x="2294926" y="3474719"/>
            <a:ext cx="2227850" cy="338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58CF77-A983-758C-2F1A-4B9520768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736" y="4510585"/>
            <a:ext cx="4024957" cy="1758732"/>
          </a:xfrm>
        </p:spPr>
        <p:txBody>
          <a:bodyPr>
            <a:normAutofit/>
          </a:bodyPr>
          <a:lstStyle/>
          <a:p>
            <a:r>
              <a:rPr lang="it-IT" sz="1600" dirty="0">
                <a:solidFill>
                  <a:srgbClr val="FFFFFF"/>
                </a:solidFill>
              </a:rPr>
              <a:t>Famosa per i suoi monumenti, il turismo balneare e la movida notturna lungo la Ramblas.</a:t>
            </a:r>
          </a:p>
          <a:p>
            <a:r>
              <a:rPr lang="it-IT" sz="1600" dirty="0">
                <a:solidFill>
                  <a:srgbClr val="FFFFFF"/>
                </a:solidFill>
              </a:rPr>
              <a:t>E’ chiamata la «città di Gaudì», il famoso architetto che ha qui lasciato la sua impronta.</a:t>
            </a:r>
          </a:p>
        </p:txBody>
      </p:sp>
    </p:spTree>
    <p:extLst>
      <p:ext uri="{BB962C8B-B14F-4D97-AF65-F5344CB8AC3E}">
        <p14:creationId xmlns:p14="http://schemas.microsoft.com/office/powerpoint/2010/main" val="845944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it-IT" sz="2600"/>
              <a:t>Prodotti Enogastronomici Tipici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38AB22F-ED6F-ED16-76B9-AEB5F2507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52" b="16507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 fontScale="92500"/>
          </a:bodyPr>
          <a:lstStyle/>
          <a:p>
            <a:r>
              <a:rPr lang="it-IT" sz="1800" dirty="0"/>
              <a:t>Paella: Riso, verdure, carne e frutti di mare.</a:t>
            </a:r>
          </a:p>
          <a:p>
            <a:r>
              <a:rPr lang="it-IT" sz="1800" dirty="0"/>
              <a:t>Tortilla </a:t>
            </a:r>
            <a:r>
              <a:rPr lang="it-IT" sz="1800" dirty="0" err="1"/>
              <a:t>Española</a:t>
            </a:r>
            <a:r>
              <a:rPr lang="it-IT" sz="1800" dirty="0"/>
              <a:t>: Omelette di patate e uova.</a:t>
            </a:r>
          </a:p>
          <a:p>
            <a:r>
              <a:rPr lang="it-IT" sz="1800" dirty="0"/>
              <a:t>Tapas: Crocchette di </a:t>
            </a:r>
            <a:r>
              <a:rPr lang="it-IT" sz="1800" dirty="0" err="1"/>
              <a:t>jamón</a:t>
            </a:r>
            <a:r>
              <a:rPr lang="it-IT" sz="1800" dirty="0"/>
              <a:t>, patate </a:t>
            </a:r>
            <a:r>
              <a:rPr lang="it-IT" sz="1800" dirty="0" err="1"/>
              <a:t>bravas</a:t>
            </a:r>
            <a:r>
              <a:rPr lang="it-IT" sz="1800" dirty="0"/>
              <a:t>, calamari fritti.</a:t>
            </a:r>
          </a:p>
          <a:p>
            <a:r>
              <a:rPr lang="it-IT" sz="1800" dirty="0"/>
              <a:t>"</a:t>
            </a:r>
            <a:r>
              <a:rPr lang="it-IT" sz="1800" dirty="0" err="1"/>
              <a:t>Jamon</a:t>
            </a:r>
            <a:r>
              <a:rPr lang="it-IT" sz="1800" dirty="0"/>
              <a:t>» spagnolo: il prosciutto di alta qualità </a:t>
            </a:r>
            <a:r>
              <a:rPr lang="it-IT" sz="1800" dirty="0" err="1"/>
              <a:t>Patanegra</a:t>
            </a:r>
            <a:r>
              <a:rPr lang="it-IT" sz="1800" dirty="0"/>
              <a:t>. </a:t>
            </a:r>
          </a:p>
          <a:p>
            <a:r>
              <a:rPr lang="it-IT" sz="1800" dirty="0"/>
              <a:t>Vini: Rioja, Ribera del Duero.</a:t>
            </a:r>
          </a:p>
          <a:p>
            <a:r>
              <a:rPr lang="it-IT" sz="1800" dirty="0"/>
              <a:t>Sangria: bevanda di vino rosso, frutta e spezie.</a:t>
            </a:r>
          </a:p>
          <a:p>
            <a:r>
              <a:rPr lang="it-IT" sz="1800" dirty="0" err="1"/>
              <a:t>Churros</a:t>
            </a:r>
            <a:r>
              <a:rPr lang="it-IT" sz="1800" dirty="0"/>
              <a:t>: dolcetti fritti di origine araba.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F83E5B-9E63-B53B-4400-1B5A75619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it-IT" sz="3100"/>
              <a:t>FORMA DI GOVERNO</a:t>
            </a:r>
          </a:p>
        </p:txBody>
      </p:sp>
      <p:pic>
        <p:nvPicPr>
          <p:cNvPr id="1026" name="Picture 2" descr="Spagna, i festeggiamenti per i dieci anni di regno di Felipe IV | Euronews">
            <a:extLst>
              <a:ext uri="{FF2B5EF4-FFF2-40B4-BE49-F238E27FC236}">
                <a16:creationId xmlns:a16="http://schemas.microsoft.com/office/drawing/2014/main" id="{9DD0BD3D-01B1-089E-AEE0-FD1FC2DCC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58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40C6C5-536E-AA0A-FD63-394A26A0A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it-IT" sz="1800" dirty="0"/>
              <a:t>La Spagna è una monarchia ereditaria parlamentare, dove il re Felipe VI ha un ruolo rappresentativo ma deve anche  garantire la democrazia. Il governo è nelle mani di un consiglio dei Ministri e il potere legislativo è amministrato dalle Cortes (Parlamento e Senato).</a:t>
            </a:r>
          </a:p>
          <a:p>
            <a:r>
              <a:rPr lang="it-IT" sz="1800" dirty="0"/>
              <a:t>La Spagna fa parte dell’Unione Europea quindi la moneta è l’euro.</a:t>
            </a:r>
          </a:p>
        </p:txBody>
      </p:sp>
    </p:spTree>
    <p:extLst>
      <p:ext uri="{BB962C8B-B14F-4D97-AF65-F5344CB8AC3E}">
        <p14:creationId xmlns:p14="http://schemas.microsoft.com/office/powerpoint/2010/main" val="358644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6CCECC-1606-6B11-942D-2F79F9EB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it-IT" sz="3100"/>
              <a:t>Tradizioni spagnole</a:t>
            </a:r>
          </a:p>
        </p:txBody>
      </p:sp>
      <p:pic>
        <p:nvPicPr>
          <p:cNvPr id="2054" name="Picture 6" descr="Settimana Santa a Malaga 2023, orario e percorso delle processioni -">
            <a:extLst>
              <a:ext uri="{FF2B5EF4-FFF2-40B4-BE49-F238E27FC236}">
                <a16:creationId xmlns:a16="http://schemas.microsoft.com/office/drawing/2014/main" id="{00AAFABD-17BE-5F44-987E-590213AE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95" b="2311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50AEC5-27AB-D01C-FB79-F0BB9C59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La ricchezza folkloristica si esprime nelle tantissime «</a:t>
            </a:r>
            <a:r>
              <a:rPr lang="it-IT" sz="2000" dirty="0" err="1"/>
              <a:t>ferias</a:t>
            </a:r>
            <a:r>
              <a:rPr lang="it-IT" sz="2000" dirty="0"/>
              <a:t>» (feste) di ogni città grande o piccola della Spagna. La maggior parte ha origine religiosa come quella della </a:t>
            </a:r>
            <a:r>
              <a:rPr lang="it-IT" sz="2000" dirty="0" err="1"/>
              <a:t>Semana</a:t>
            </a:r>
            <a:r>
              <a:rPr lang="it-IT" sz="2000" dirty="0"/>
              <a:t> Santa, cioè della Settimana Santa di Pasqua caratterizzata da una processione. </a:t>
            </a:r>
          </a:p>
          <a:p>
            <a:endParaRPr lang="it-IT" sz="2000" dirty="0"/>
          </a:p>
          <a:p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762123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F628C-CAD6-F71B-9226-9A1E98FA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it-IT" sz="3100"/>
              <a:t>Festa di San Firmino</a:t>
            </a:r>
            <a:endParaRPr lang="it-IT" sz="3100" dirty="0"/>
          </a:p>
        </p:txBody>
      </p:sp>
      <p:pic>
        <p:nvPicPr>
          <p:cNvPr id="3074" name="Picture 2" descr="Festa di san Fermín: tradizione e corsa a Pamplona| Moveo">
            <a:extLst>
              <a:ext uri="{FF2B5EF4-FFF2-40B4-BE49-F238E27FC236}">
                <a16:creationId xmlns:a16="http://schemas.microsoft.com/office/drawing/2014/main" id="{BA17A74F-4C40-3891-6BCF-97504AB1A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99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A24AE1-15F6-8EB3-8150-1E9B44EC0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000" dirty="0"/>
              <a:t>Si celebra ogni anno a Pamplona:</a:t>
            </a:r>
          </a:p>
          <a:p>
            <a:pPr marL="0" indent="0">
              <a:buNone/>
            </a:pPr>
            <a:r>
              <a:rPr lang="it-IT" sz="2000" dirty="0"/>
              <a:t>6 tori e 8 vacche vengono liberati lungo le vie della città in un percorso recintato. Contemporaneamente le persone corrono assieme agli animali come in una prova di coraggio, fino ad improvvisarsi veri toreri…</a:t>
            </a:r>
          </a:p>
        </p:txBody>
      </p:sp>
    </p:spTree>
    <p:extLst>
      <p:ext uri="{BB962C8B-B14F-4D97-AF65-F5344CB8AC3E}">
        <p14:creationId xmlns:p14="http://schemas.microsoft.com/office/powerpoint/2010/main" val="667411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Arles arena, corrida Arles, feria arles, arles feria, feria del riso, il  riso toro Camargue feria arles">
            <a:extLst>
              <a:ext uri="{FF2B5EF4-FFF2-40B4-BE49-F238E27FC236}">
                <a16:creationId xmlns:a16="http://schemas.microsoft.com/office/drawing/2014/main" id="{EB84A9AF-8171-A46C-CA91-4EC3078A3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8035"/>
          <a:stretch/>
        </p:blipFill>
        <p:spPr bwMode="auto">
          <a:xfrm>
            <a:off x="3662268" y="10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pagna: incornato durante corrida, muore torero 29enne - SWI swissinfo.ch">
            <a:extLst>
              <a:ext uri="{FF2B5EF4-FFF2-40B4-BE49-F238E27FC236}">
                <a16:creationId xmlns:a16="http://schemas.microsoft.com/office/drawing/2014/main" id="{9B20A9CF-829B-4460-5BC0-86F8E523B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6" r="-2" b="16204"/>
          <a:stretch/>
        </p:blipFill>
        <p:spPr bwMode="auto">
          <a:xfrm>
            <a:off x="3662268" y="3493008"/>
            <a:ext cx="5481732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107" name="Freeform: Shape 4106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09" name="Freeform: Shape 4108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D56CD3-D316-DB8D-45A0-DF07E8C53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it-IT" sz="3000"/>
              <a:t>La Corrida</a:t>
            </a:r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10B502-7755-678F-A114-B669745C9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 fontScale="92500" lnSpcReduction="10000"/>
          </a:bodyPr>
          <a:lstStyle/>
          <a:p>
            <a:r>
              <a:rPr lang="it-IT" sz="2000" dirty="0"/>
              <a:t>Una delle più antiche e famose tradizioni. In un’arena Toro e Torero si sfidano. Il Toro viene infilzato con lance colorate per renderlo più pericoloso, mentre il Torero lo sfida sventolando un «drappo» rosso. </a:t>
            </a:r>
          </a:p>
          <a:p>
            <a:r>
              <a:rPr lang="it-IT" sz="2000" dirty="0"/>
              <a:t>Negli ultimi anni questo spettacolo cruento e controverso è fortemente criticato e contrastato, specialmente dagli animalisti.</a:t>
            </a:r>
          </a:p>
        </p:txBody>
      </p:sp>
    </p:spTree>
    <p:extLst>
      <p:ext uri="{BB962C8B-B14F-4D97-AF65-F5344CB8AC3E}">
        <p14:creationId xmlns:p14="http://schemas.microsoft.com/office/powerpoint/2010/main" val="41589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E698D-3086-32FD-409A-FF4C54B1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it-IT" sz="3100" dirty="0"/>
              <a:t>Il «Flamenco»</a:t>
            </a:r>
            <a:br>
              <a:rPr lang="it-IT" sz="3100" dirty="0"/>
            </a:br>
            <a:r>
              <a:rPr lang="it-IT" sz="1800" dirty="0"/>
              <a:t>(fenicottero)</a:t>
            </a:r>
            <a:endParaRPr lang="it-IT" sz="3100" dirty="0"/>
          </a:p>
        </p:txBody>
      </p:sp>
      <p:pic>
        <p:nvPicPr>
          <p:cNvPr id="5122" name="Picture 2" descr="Flamenco, la Spagna gitana - Latitudes">
            <a:extLst>
              <a:ext uri="{FF2B5EF4-FFF2-40B4-BE49-F238E27FC236}">
                <a16:creationId xmlns:a16="http://schemas.microsoft.com/office/drawing/2014/main" id="{9B90E894-95D7-D2C4-38D7-84E4A1C01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74" b="14332"/>
          <a:stretch/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8FE1F07-2106-1CE9-E11A-E937236E4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it-IT" sz="2400" dirty="0"/>
              <a:t>Questa forma artistica è caratterizzata da musica e ballo dove l’interpretazione ha il ruolo principale. L’accompagnamento musicale è fatto da chitarra con il tipico battito dei piedi sul terreno, delle mani o delle nocche sul tavolo. </a:t>
            </a:r>
          </a:p>
        </p:txBody>
      </p:sp>
    </p:spTree>
    <p:extLst>
      <p:ext uri="{BB962C8B-B14F-4D97-AF65-F5344CB8AC3E}">
        <p14:creationId xmlns:p14="http://schemas.microsoft.com/office/powerpoint/2010/main" val="1945444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5" name="Rectangle 6152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5DC3AF-892E-CCB0-0306-07364ABE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62072" cy="19380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700"/>
              <a:t>Il cammino di «Santiago de Compostela»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7EE623-AD07-EEBD-5480-52AC4CEAC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82589"/>
            <a:ext cx="2862072" cy="3694373"/>
          </a:xfrm>
        </p:spPr>
        <p:txBody>
          <a:bodyPr>
            <a:normAutofit fontScale="92500" lnSpcReduction="20000"/>
          </a:bodyPr>
          <a:lstStyle/>
          <a:p>
            <a:r>
              <a:rPr lang="it-IT" sz="2000" dirty="0"/>
              <a:t>Questo pellegrinaggio risalente ai tempi del Medioevo è lungo più di 800 Km.</a:t>
            </a:r>
          </a:p>
          <a:p>
            <a:r>
              <a:rPr lang="it-IT" sz="2000" dirty="0"/>
              <a:t>I pellegrini che viaggiano verso la città della Galizia devono raggiungere la Cattedrale che custodisce i resti dell’Apostolo Giacomo. Simbolo del pellegrinaggio è la sua conchiglia.</a:t>
            </a:r>
          </a:p>
        </p:txBody>
      </p:sp>
      <p:pic>
        <p:nvPicPr>
          <p:cNvPr id="6146" name="Picture 2" descr="Il Cammino di Santiago: storia e curiosità di uno dei più famosi itinerari  religiosi">
            <a:extLst>
              <a:ext uri="{FF2B5EF4-FFF2-40B4-BE49-F238E27FC236}">
                <a16:creationId xmlns:a16="http://schemas.microsoft.com/office/drawing/2014/main" id="{5D607D67-E1F7-9AD8-ED6B-C8799E8FD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" r="3" b="3"/>
          <a:stretch/>
        </p:blipFill>
        <p:spPr bwMode="auto">
          <a:xfrm>
            <a:off x="3678237" y="-4"/>
            <a:ext cx="5465763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La Cattedrale di Santiago di Compostela: la guida di ogni pellegrino -  Viaggi...Alla fine del mondo">
            <a:extLst>
              <a:ext uri="{FF2B5EF4-FFF2-40B4-BE49-F238E27FC236}">
                <a16:creationId xmlns:a16="http://schemas.microsoft.com/office/drawing/2014/main" id="{C928BECA-B919-7A9A-5DF1-59D5B46B9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77" r="2" b="2158"/>
          <a:stretch/>
        </p:blipFill>
        <p:spPr bwMode="auto">
          <a:xfrm>
            <a:off x="3545046" y="3802961"/>
            <a:ext cx="5604285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209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4" name="Rectangle 718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86" name="Freeform: Shape 718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188" name="Freeform: Shape 718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961F9B-D91D-132B-B4CB-D86029D3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Gracias por vuestra atención</a:t>
            </a:r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92" name="Rectangle 719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172" name="Picture 4" descr="Bandiera della Spagna, storia ed alcune curiosità - El Itagnol">
            <a:extLst>
              <a:ext uri="{FF2B5EF4-FFF2-40B4-BE49-F238E27FC236}">
                <a16:creationId xmlns:a16="http://schemas.microsoft.com/office/drawing/2014/main" id="{D4987511-EDB1-4C60-7119-5B137AE82E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0767" y="1739470"/>
            <a:ext cx="4806627" cy="322780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09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2434</TotalTime>
  <Words>693</Words>
  <Application>Microsoft Office PowerPoint</Application>
  <PresentationFormat>Presentazione su schermo (4:3)</PresentationFormat>
  <Paragraphs>60</Paragraphs>
  <Slides>15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Amasis MT Pro Black</vt:lpstr>
      <vt:lpstr>Aptos</vt:lpstr>
      <vt:lpstr>Arial</vt:lpstr>
      <vt:lpstr>Calibri</vt:lpstr>
      <vt:lpstr>Office Theme</vt:lpstr>
      <vt:lpstr>La Spagna</vt:lpstr>
      <vt:lpstr>Confini</vt:lpstr>
      <vt:lpstr>Morfologia</vt:lpstr>
      <vt:lpstr>Popolazione ed Economia</vt:lpstr>
      <vt:lpstr>Località Turistiche Più Importanti</vt:lpstr>
      <vt:lpstr>Madrid</vt:lpstr>
      <vt:lpstr>Barcellona</vt:lpstr>
      <vt:lpstr>Prodotti Enogastronomici Tipici</vt:lpstr>
      <vt:lpstr>FORMA DI GOVERNO</vt:lpstr>
      <vt:lpstr>Tradizioni spagnole</vt:lpstr>
      <vt:lpstr>Festa di San Firmino</vt:lpstr>
      <vt:lpstr>La Corrida</vt:lpstr>
      <vt:lpstr>Il «Flamenco» (fenicottero)</vt:lpstr>
      <vt:lpstr>Il cammino di «Santiago de Compostela»</vt:lpstr>
      <vt:lpstr>Gracias por vuestra atención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Giacomo Fiorentini</cp:lastModifiedBy>
  <cp:revision>6</cp:revision>
  <dcterms:created xsi:type="dcterms:W3CDTF">2013-01-27T09:14:16Z</dcterms:created>
  <dcterms:modified xsi:type="dcterms:W3CDTF">2025-02-27T07:30:09Z</dcterms:modified>
  <cp:category/>
</cp:coreProperties>
</file>